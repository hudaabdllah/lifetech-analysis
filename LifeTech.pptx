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473" y="1416931"/>
            <a:ext cx="148978" cy="1489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823" y="1422887"/>
            <a:ext cx="137053" cy="13706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248" y="1428856"/>
            <a:ext cx="125141" cy="12512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66762" y="1434812"/>
            <a:ext cx="113203" cy="1132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4000" y="1446737"/>
            <a:ext cx="89366" cy="8936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6337" y="1440781"/>
            <a:ext cx="101291" cy="10129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19738" y="1452693"/>
            <a:ext cx="77441" cy="7745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13552" y="1458662"/>
            <a:ext cx="65529" cy="65516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195440" y="1464618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465416" y="147057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09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72257" y="10061900"/>
            <a:ext cx="84488" cy="7799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81684" y="10061900"/>
            <a:ext cx="84488" cy="7799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91111" y="10061900"/>
            <a:ext cx="84488" cy="77996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00538" y="10061900"/>
            <a:ext cx="84533" cy="77996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10010" y="10061900"/>
            <a:ext cx="84488" cy="77996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9256" y="10061900"/>
            <a:ext cx="84488" cy="77996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9972" y="9485942"/>
            <a:ext cx="77996" cy="84669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9972" y="9295369"/>
            <a:ext cx="77996" cy="84488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9972" y="9104796"/>
            <a:ext cx="77996" cy="8453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9972" y="8914269"/>
            <a:ext cx="77996" cy="84488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9972" y="8723695"/>
            <a:ext cx="77996" cy="84488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9972" y="8533122"/>
            <a:ext cx="77996" cy="844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89593" y="10061899"/>
            <a:ext cx="77996" cy="77997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13762" y="10061899"/>
            <a:ext cx="78000" cy="77997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9972" y="9973984"/>
            <a:ext cx="165911" cy="165911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9972" y="9798154"/>
            <a:ext cx="77996" cy="780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9972" y="9622280"/>
            <a:ext cx="77996" cy="77996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524382" y="244779"/>
            <a:ext cx="84488" cy="77996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714956" y="244779"/>
            <a:ext cx="84488" cy="77996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905529" y="244779"/>
            <a:ext cx="84488" cy="77996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7096057" y="244779"/>
            <a:ext cx="84533" cy="77996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286630" y="244779"/>
            <a:ext cx="84488" cy="77996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477384" y="244779"/>
            <a:ext cx="84488" cy="77996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053160" y="814064"/>
            <a:ext cx="77996" cy="84669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8053160" y="1004817"/>
            <a:ext cx="77996" cy="84488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053160" y="1195345"/>
            <a:ext cx="77996" cy="84533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8053160" y="1385919"/>
            <a:ext cx="77996" cy="84488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8053160" y="1576492"/>
            <a:ext cx="77996" cy="84488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8053160" y="1767065"/>
            <a:ext cx="77996" cy="84488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7613540" y="244779"/>
            <a:ext cx="77995" cy="77996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7789365" y="244779"/>
            <a:ext cx="78000" cy="77996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7965244" y="244779"/>
            <a:ext cx="165911" cy="165911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8053160" y="508521"/>
            <a:ext cx="77996" cy="78000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8053160" y="684400"/>
            <a:ext cx="77996" cy="77996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091966" y="3228758"/>
            <a:ext cx="7327219" cy="6115853"/>
          </a:xfrm>
          <a:prstGeom prst="rect">
            <a:avLst/>
          </a:prstGeom>
        </p:spPr>
      </p:pic>
      <p:sp>
        <p:nvSpPr>
          <p:cNvPr id="62" name="bg object 62"/>
          <p:cNvSpPr/>
          <p:nvPr/>
        </p:nvSpPr>
        <p:spPr>
          <a:xfrm>
            <a:off x="5080536" y="3217328"/>
            <a:ext cx="7350125" cy="6134100"/>
          </a:xfrm>
          <a:custGeom>
            <a:avLst/>
            <a:gdLst/>
            <a:ahLst/>
            <a:cxnLst/>
            <a:rect l="l" t="t" r="r" b="b"/>
            <a:pathLst>
              <a:path w="7350125" h="6134100">
                <a:moveTo>
                  <a:pt x="7350026" y="6134099"/>
                </a:moveTo>
                <a:lnTo>
                  <a:pt x="7350025" y="0"/>
                </a:lnTo>
                <a:lnTo>
                  <a:pt x="0" y="0"/>
                </a:lnTo>
                <a:lnTo>
                  <a:pt x="0" y="6134099"/>
                </a:lnTo>
              </a:path>
            </a:pathLst>
          </a:custGeom>
          <a:ln w="76199">
            <a:solidFill>
              <a:srgbClr val="909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1279" y="312826"/>
            <a:ext cx="1060132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473" y="1416931"/>
            <a:ext cx="148978" cy="1489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823" y="1422887"/>
            <a:ext cx="137053" cy="13706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248" y="1428856"/>
            <a:ext cx="125141" cy="12512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66762" y="1434812"/>
            <a:ext cx="113203" cy="1132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4000" y="1446737"/>
            <a:ext cx="89366" cy="8936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6337" y="1440781"/>
            <a:ext cx="101291" cy="10129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19738" y="1452693"/>
            <a:ext cx="77441" cy="7745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13552" y="1458662"/>
            <a:ext cx="65529" cy="65516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195440" y="1464618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465416" y="147057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09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95055"/>
            <a:ext cx="10689669" cy="92106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70984" y="1549054"/>
            <a:ext cx="6117015" cy="688657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3172927" y="4955994"/>
            <a:ext cx="5115560" cy="1383030"/>
          </a:xfrm>
          <a:custGeom>
            <a:avLst/>
            <a:gdLst/>
            <a:ahLst/>
            <a:cxnLst/>
            <a:rect l="l" t="t" r="r" b="b"/>
            <a:pathLst>
              <a:path w="5115559" h="1383029">
                <a:moveTo>
                  <a:pt x="5115070" y="1382644"/>
                </a:moveTo>
                <a:lnTo>
                  <a:pt x="485774" y="1382644"/>
                </a:lnTo>
                <a:lnTo>
                  <a:pt x="437762" y="1380267"/>
                </a:lnTo>
                <a:lnTo>
                  <a:pt x="390562" y="1373224"/>
                </a:lnTo>
                <a:lnTo>
                  <a:pt x="344494" y="1361647"/>
                </a:lnTo>
                <a:lnTo>
                  <a:pt x="299876" y="1345667"/>
                </a:lnTo>
                <a:lnTo>
                  <a:pt x="257028" y="1325417"/>
                </a:lnTo>
                <a:lnTo>
                  <a:pt x="216266" y="1301028"/>
                </a:lnTo>
                <a:lnTo>
                  <a:pt x="177911" y="1272633"/>
                </a:lnTo>
                <a:lnTo>
                  <a:pt x="142280" y="1240364"/>
                </a:lnTo>
                <a:lnTo>
                  <a:pt x="110010" y="1204733"/>
                </a:lnTo>
                <a:lnTo>
                  <a:pt x="81615" y="1166377"/>
                </a:lnTo>
                <a:lnTo>
                  <a:pt x="57227" y="1125616"/>
                </a:lnTo>
                <a:lnTo>
                  <a:pt x="36977" y="1082767"/>
                </a:lnTo>
                <a:lnTo>
                  <a:pt x="20997" y="1038150"/>
                </a:lnTo>
                <a:lnTo>
                  <a:pt x="9420" y="992082"/>
                </a:lnTo>
                <a:lnTo>
                  <a:pt x="2377" y="944882"/>
                </a:lnTo>
                <a:lnTo>
                  <a:pt x="0" y="896869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5115070" y="0"/>
                </a:lnTo>
                <a:lnTo>
                  <a:pt x="5115070" y="1382644"/>
                </a:lnTo>
                <a:close/>
              </a:path>
            </a:pathLst>
          </a:custGeom>
          <a:solidFill>
            <a:srgbClr val="E4E7EB">
              <a:alpha val="4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103746" y="2799238"/>
            <a:ext cx="7995920" cy="6840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37346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1279" y="312826"/>
            <a:ext cx="1454467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256" y="2019934"/>
            <a:ext cx="10593070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46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2.png"/><Relationship Id="rId10" Type="http://schemas.openxmlformats.org/officeDocument/2006/relationships/image" Target="../media/image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8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51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86.png"/><Relationship Id="rId17" Type="http://schemas.openxmlformats.org/officeDocument/2006/relationships/image" Target="../media/image87.png"/><Relationship Id="rId18" Type="http://schemas.openxmlformats.org/officeDocument/2006/relationships/image" Target="../media/image88.png"/><Relationship Id="rId19" Type="http://schemas.openxmlformats.org/officeDocument/2006/relationships/image" Target="../media/image89.png"/><Relationship Id="rId20" Type="http://schemas.openxmlformats.org/officeDocument/2006/relationships/image" Target="../media/image90.png"/><Relationship Id="rId21" Type="http://schemas.openxmlformats.org/officeDocument/2006/relationships/image" Target="../media/image91.png"/><Relationship Id="rId22" Type="http://schemas.openxmlformats.org/officeDocument/2006/relationships/image" Target="../media/image92.png"/><Relationship Id="rId23" Type="http://schemas.openxmlformats.org/officeDocument/2006/relationships/image" Target="../media/image93.png"/><Relationship Id="rId24" Type="http://schemas.openxmlformats.org/officeDocument/2006/relationships/image" Target="../media/image94.png"/><Relationship Id="rId25" Type="http://schemas.openxmlformats.org/officeDocument/2006/relationships/image" Target="../media/image95.png"/><Relationship Id="rId26" Type="http://schemas.openxmlformats.org/officeDocument/2006/relationships/image" Target="../media/image96.png"/><Relationship Id="rId27" Type="http://schemas.openxmlformats.org/officeDocument/2006/relationships/image" Target="../media/image97.png"/><Relationship Id="rId28" Type="http://schemas.openxmlformats.org/officeDocument/2006/relationships/image" Target="../media/image98.png"/><Relationship Id="rId29" Type="http://schemas.openxmlformats.org/officeDocument/2006/relationships/image" Target="../media/image99.png"/><Relationship Id="rId30" Type="http://schemas.openxmlformats.org/officeDocument/2006/relationships/image" Target="../media/image100.png"/><Relationship Id="rId31" Type="http://schemas.openxmlformats.org/officeDocument/2006/relationships/image" Target="../media/image10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9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2.png"/><Relationship Id="rId4" Type="http://schemas.openxmlformats.org/officeDocument/2006/relationships/image" Target="../media/image104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07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Relationship Id="rId16" Type="http://schemas.openxmlformats.org/officeDocument/2006/relationships/image" Target="../media/image123.png"/><Relationship Id="rId17" Type="http://schemas.openxmlformats.org/officeDocument/2006/relationships/image" Target="../media/image124.png"/><Relationship Id="rId18" Type="http://schemas.openxmlformats.org/officeDocument/2006/relationships/image" Target="../media/image125.png"/><Relationship Id="rId19" Type="http://schemas.openxmlformats.org/officeDocument/2006/relationships/image" Target="../media/image126.png"/><Relationship Id="rId20" Type="http://schemas.openxmlformats.org/officeDocument/2006/relationships/image" Target="../media/image127.png"/><Relationship Id="rId21" Type="http://schemas.openxmlformats.org/officeDocument/2006/relationships/image" Target="../media/image128.png"/><Relationship Id="rId22" Type="http://schemas.openxmlformats.org/officeDocument/2006/relationships/image" Target="../media/image129.png"/><Relationship Id="rId23" Type="http://schemas.openxmlformats.org/officeDocument/2006/relationships/image" Target="../media/image130.png"/><Relationship Id="rId24" Type="http://schemas.openxmlformats.org/officeDocument/2006/relationships/image" Target="../media/image131.png"/><Relationship Id="rId25" Type="http://schemas.openxmlformats.org/officeDocument/2006/relationships/image" Target="../media/image132.png"/><Relationship Id="rId26" Type="http://schemas.openxmlformats.org/officeDocument/2006/relationships/image" Target="../media/image133.png"/><Relationship Id="rId27" Type="http://schemas.openxmlformats.org/officeDocument/2006/relationships/image" Target="../media/image134.png"/><Relationship Id="rId28" Type="http://schemas.openxmlformats.org/officeDocument/2006/relationships/image" Target="../media/image135.png"/><Relationship Id="rId29" Type="http://schemas.openxmlformats.org/officeDocument/2006/relationships/image" Target="../media/image136.png"/><Relationship Id="rId30" Type="http://schemas.openxmlformats.org/officeDocument/2006/relationships/image" Target="../media/image137.png"/><Relationship Id="rId31" Type="http://schemas.openxmlformats.org/officeDocument/2006/relationships/image" Target="../media/image138.png"/><Relationship Id="rId32" Type="http://schemas.openxmlformats.org/officeDocument/2006/relationships/image" Target="../media/image139.png"/><Relationship Id="rId33" Type="http://schemas.openxmlformats.org/officeDocument/2006/relationships/image" Target="../media/image140.png"/><Relationship Id="rId34" Type="http://schemas.openxmlformats.org/officeDocument/2006/relationships/image" Target="../media/image141.png"/><Relationship Id="rId35" Type="http://schemas.openxmlformats.org/officeDocument/2006/relationships/image" Target="../media/image142.png"/><Relationship Id="rId36" Type="http://schemas.openxmlformats.org/officeDocument/2006/relationships/image" Target="../media/image143.png"/><Relationship Id="rId37" Type="http://schemas.openxmlformats.org/officeDocument/2006/relationships/image" Target="../media/image144.png"/><Relationship Id="rId38" Type="http://schemas.openxmlformats.org/officeDocument/2006/relationships/image" Target="../media/image72.png"/><Relationship Id="rId39" Type="http://schemas.openxmlformats.org/officeDocument/2006/relationships/image" Target="../media/image14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2.png"/><Relationship Id="rId4" Type="http://schemas.openxmlformats.org/officeDocument/2006/relationships/image" Target="../media/image104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07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21.png"/><Relationship Id="rId12" Type="http://schemas.openxmlformats.org/officeDocument/2006/relationships/image" Target="../media/image119.png"/><Relationship Id="rId13" Type="http://schemas.openxmlformats.org/officeDocument/2006/relationships/image" Target="../media/image146.png"/><Relationship Id="rId14" Type="http://schemas.openxmlformats.org/officeDocument/2006/relationships/image" Target="../media/image147.png"/><Relationship Id="rId15" Type="http://schemas.openxmlformats.org/officeDocument/2006/relationships/image" Target="../media/image122.png"/><Relationship Id="rId16" Type="http://schemas.openxmlformats.org/officeDocument/2006/relationships/image" Target="../media/image148.png"/><Relationship Id="rId17" Type="http://schemas.openxmlformats.org/officeDocument/2006/relationships/image" Target="../media/image124.png"/><Relationship Id="rId18" Type="http://schemas.openxmlformats.org/officeDocument/2006/relationships/image" Target="../media/image125.png"/><Relationship Id="rId19" Type="http://schemas.openxmlformats.org/officeDocument/2006/relationships/image" Target="../media/image134.png"/><Relationship Id="rId20" Type="http://schemas.openxmlformats.org/officeDocument/2006/relationships/image" Target="../media/image149.png"/><Relationship Id="rId21" Type="http://schemas.openxmlformats.org/officeDocument/2006/relationships/image" Target="../media/image150.png"/><Relationship Id="rId22" Type="http://schemas.openxmlformats.org/officeDocument/2006/relationships/image" Target="../media/image129.png"/><Relationship Id="rId23" Type="http://schemas.openxmlformats.org/officeDocument/2006/relationships/image" Target="../media/image151.png"/><Relationship Id="rId24" Type="http://schemas.openxmlformats.org/officeDocument/2006/relationships/image" Target="../media/image152.png"/><Relationship Id="rId25" Type="http://schemas.openxmlformats.org/officeDocument/2006/relationships/image" Target="../media/image153.png"/><Relationship Id="rId26" Type="http://schemas.openxmlformats.org/officeDocument/2006/relationships/image" Target="../media/image133.png"/><Relationship Id="rId27" Type="http://schemas.openxmlformats.org/officeDocument/2006/relationships/image" Target="../media/image154.png"/><Relationship Id="rId28" Type="http://schemas.openxmlformats.org/officeDocument/2006/relationships/image" Target="../media/image135.png"/><Relationship Id="rId29" Type="http://schemas.openxmlformats.org/officeDocument/2006/relationships/image" Target="../media/image143.png"/><Relationship Id="rId30" Type="http://schemas.openxmlformats.org/officeDocument/2006/relationships/image" Target="../media/image155.png"/><Relationship Id="rId31" Type="http://schemas.openxmlformats.org/officeDocument/2006/relationships/image" Target="../media/image156.png"/><Relationship Id="rId32" Type="http://schemas.openxmlformats.org/officeDocument/2006/relationships/image" Target="../media/image157.png"/><Relationship Id="rId33" Type="http://schemas.openxmlformats.org/officeDocument/2006/relationships/image" Target="../media/image158.png"/><Relationship Id="rId34" Type="http://schemas.openxmlformats.org/officeDocument/2006/relationships/image" Target="../media/image141.png"/><Relationship Id="rId35" Type="http://schemas.openxmlformats.org/officeDocument/2006/relationships/image" Target="../media/image159.png"/><Relationship Id="rId36" Type="http://schemas.openxmlformats.org/officeDocument/2006/relationships/image" Target="../media/image160.png"/><Relationship Id="rId37" Type="http://schemas.openxmlformats.org/officeDocument/2006/relationships/image" Target="../media/image161.png"/><Relationship Id="rId38" Type="http://schemas.openxmlformats.org/officeDocument/2006/relationships/image" Target="../media/image72.png"/><Relationship Id="rId39" Type="http://schemas.openxmlformats.org/officeDocument/2006/relationships/image" Target="../media/image145.png"/><Relationship Id="rId40" Type="http://schemas.openxmlformats.org/officeDocument/2006/relationships/image" Target="../media/image16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163.png"/><Relationship Id="rId4" Type="http://schemas.openxmlformats.org/officeDocument/2006/relationships/image" Target="../media/image78.png"/><Relationship Id="rId5" Type="http://schemas.openxmlformats.org/officeDocument/2006/relationships/image" Target="../media/image16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65.png"/><Relationship Id="rId12" Type="http://schemas.openxmlformats.org/officeDocument/2006/relationships/image" Target="../media/image166.png"/><Relationship Id="rId13" Type="http://schemas.openxmlformats.org/officeDocument/2006/relationships/image" Target="../media/image167.jpg"/><Relationship Id="rId14" Type="http://schemas.openxmlformats.org/officeDocument/2006/relationships/image" Target="../media/image16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165.png"/><Relationship Id="rId4" Type="http://schemas.openxmlformats.org/officeDocument/2006/relationships/image" Target="../media/image169.jp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2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Relationship Id="rId10" Type="http://schemas.openxmlformats.org/officeDocument/2006/relationships/image" Target="../media/image174.png"/><Relationship Id="rId11" Type="http://schemas.openxmlformats.org/officeDocument/2006/relationships/image" Target="../media/image16.png"/><Relationship Id="rId12" Type="http://schemas.openxmlformats.org/officeDocument/2006/relationships/image" Target="../media/image175.png"/><Relationship Id="rId13" Type="http://schemas.openxmlformats.org/officeDocument/2006/relationships/image" Target="../media/image176.png"/><Relationship Id="rId14" Type="http://schemas.openxmlformats.org/officeDocument/2006/relationships/image" Target="../media/image177.png"/><Relationship Id="rId15" Type="http://schemas.openxmlformats.org/officeDocument/2006/relationships/image" Target="../media/image178.png"/><Relationship Id="rId16" Type="http://schemas.openxmlformats.org/officeDocument/2006/relationships/image" Target="../media/image179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180.png"/><Relationship Id="rId20" Type="http://schemas.openxmlformats.org/officeDocument/2006/relationships/image" Target="../media/image181.png"/><Relationship Id="rId21" Type="http://schemas.openxmlformats.org/officeDocument/2006/relationships/image" Target="../media/image182.png"/><Relationship Id="rId22" Type="http://schemas.openxmlformats.org/officeDocument/2006/relationships/image" Target="../media/image27.png"/><Relationship Id="rId23" Type="http://schemas.openxmlformats.org/officeDocument/2006/relationships/image" Target="../media/image183.png"/><Relationship Id="rId24" Type="http://schemas.openxmlformats.org/officeDocument/2006/relationships/image" Target="../media/image29.png"/><Relationship Id="rId25" Type="http://schemas.openxmlformats.org/officeDocument/2006/relationships/image" Target="../media/image184.png"/><Relationship Id="rId26" Type="http://schemas.openxmlformats.org/officeDocument/2006/relationships/image" Target="../media/image34.png"/><Relationship Id="rId27" Type="http://schemas.openxmlformats.org/officeDocument/2006/relationships/image" Target="../media/image185.png"/><Relationship Id="rId28" Type="http://schemas.openxmlformats.org/officeDocument/2006/relationships/image" Target="../media/image186.png"/><Relationship Id="rId29" Type="http://schemas.openxmlformats.org/officeDocument/2006/relationships/image" Target="../media/image187.png"/><Relationship Id="rId30" Type="http://schemas.openxmlformats.org/officeDocument/2006/relationships/image" Target="../media/image188.png"/><Relationship Id="rId31" Type="http://schemas.openxmlformats.org/officeDocument/2006/relationships/image" Target="../media/image189.png"/><Relationship Id="rId32" Type="http://schemas.openxmlformats.org/officeDocument/2006/relationships/image" Target="../media/image190.png"/><Relationship Id="rId33" Type="http://schemas.openxmlformats.org/officeDocument/2006/relationships/image" Target="../media/image191.png"/><Relationship Id="rId34" Type="http://schemas.openxmlformats.org/officeDocument/2006/relationships/image" Target="../media/image19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Relationship Id="rId4" Type="http://schemas.openxmlformats.org/officeDocument/2006/relationships/image" Target="../media/image193.jpg"/><Relationship Id="rId5" Type="http://schemas.openxmlformats.org/officeDocument/2006/relationships/image" Target="../media/image154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29.png"/><Relationship Id="rId9" Type="http://schemas.openxmlformats.org/officeDocument/2006/relationships/image" Target="../media/image196.png"/><Relationship Id="rId10" Type="http://schemas.openxmlformats.org/officeDocument/2006/relationships/image" Target="../media/image197.png"/><Relationship Id="rId11" Type="http://schemas.openxmlformats.org/officeDocument/2006/relationships/image" Target="../media/image198.png"/><Relationship Id="rId12" Type="http://schemas.openxmlformats.org/officeDocument/2006/relationships/image" Target="../media/image199.png"/><Relationship Id="rId13" Type="http://schemas.openxmlformats.org/officeDocument/2006/relationships/image" Target="../media/image133.png"/><Relationship Id="rId14" Type="http://schemas.openxmlformats.org/officeDocument/2006/relationships/image" Target="../media/image135.png"/><Relationship Id="rId15" Type="http://schemas.openxmlformats.org/officeDocument/2006/relationships/image" Target="../media/image160.png"/><Relationship Id="rId16" Type="http://schemas.openxmlformats.org/officeDocument/2006/relationships/image" Target="../media/image200.png"/><Relationship Id="rId17" Type="http://schemas.openxmlformats.org/officeDocument/2006/relationships/image" Target="../media/image201.png"/><Relationship Id="rId18" Type="http://schemas.openxmlformats.org/officeDocument/2006/relationships/image" Target="../media/image202.png"/><Relationship Id="rId19" Type="http://schemas.openxmlformats.org/officeDocument/2006/relationships/image" Target="../media/image203.png"/><Relationship Id="rId20" Type="http://schemas.openxmlformats.org/officeDocument/2006/relationships/image" Target="../media/image141.png"/><Relationship Id="rId21" Type="http://schemas.openxmlformats.org/officeDocument/2006/relationships/image" Target="../media/image204.png"/><Relationship Id="rId22" Type="http://schemas.openxmlformats.org/officeDocument/2006/relationships/image" Target="../media/image205.png"/><Relationship Id="rId23" Type="http://schemas.openxmlformats.org/officeDocument/2006/relationships/image" Target="../media/image119.png"/><Relationship Id="rId24" Type="http://schemas.openxmlformats.org/officeDocument/2006/relationships/image" Target="../media/image147.png"/><Relationship Id="rId25" Type="http://schemas.openxmlformats.org/officeDocument/2006/relationships/image" Target="../media/image122.png"/><Relationship Id="rId26" Type="http://schemas.openxmlformats.org/officeDocument/2006/relationships/image" Target="../media/image161.png"/><Relationship Id="rId27" Type="http://schemas.openxmlformats.org/officeDocument/2006/relationships/image" Target="../media/image125.png"/><Relationship Id="rId28" Type="http://schemas.openxmlformats.org/officeDocument/2006/relationships/image" Target="../media/image206.png"/><Relationship Id="rId29" Type="http://schemas.openxmlformats.org/officeDocument/2006/relationships/image" Target="../media/image207.png"/><Relationship Id="rId30" Type="http://schemas.openxmlformats.org/officeDocument/2006/relationships/image" Target="../media/image208.png"/><Relationship Id="rId31" Type="http://schemas.openxmlformats.org/officeDocument/2006/relationships/image" Target="../media/image209.png"/><Relationship Id="rId32" Type="http://schemas.openxmlformats.org/officeDocument/2006/relationships/image" Target="../media/image210.png"/><Relationship Id="rId33" Type="http://schemas.openxmlformats.org/officeDocument/2006/relationships/image" Target="../media/image211.png"/><Relationship Id="rId34" Type="http://schemas.openxmlformats.org/officeDocument/2006/relationships/image" Target="../media/image212.png"/><Relationship Id="rId35" Type="http://schemas.openxmlformats.org/officeDocument/2006/relationships/image" Target="../media/image213.png"/><Relationship Id="rId36" Type="http://schemas.openxmlformats.org/officeDocument/2006/relationships/image" Target="../media/image214.png"/><Relationship Id="rId37" Type="http://schemas.openxmlformats.org/officeDocument/2006/relationships/image" Target="../media/image215.png"/><Relationship Id="rId38" Type="http://schemas.openxmlformats.org/officeDocument/2006/relationships/image" Target="../media/image216.png"/><Relationship Id="rId39" Type="http://schemas.openxmlformats.org/officeDocument/2006/relationships/image" Target="../media/image217.png"/><Relationship Id="rId40" Type="http://schemas.openxmlformats.org/officeDocument/2006/relationships/image" Target="../media/image2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9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220.jpg"/><Relationship Id="rId12" Type="http://schemas.openxmlformats.org/officeDocument/2006/relationships/image" Target="../media/image221.jpg"/><Relationship Id="rId13" Type="http://schemas.openxmlformats.org/officeDocument/2006/relationships/image" Target="../media/image222.jpg"/><Relationship Id="rId14" Type="http://schemas.openxmlformats.org/officeDocument/2006/relationships/image" Target="../media/image223.jpg"/><Relationship Id="rId15" Type="http://schemas.openxmlformats.org/officeDocument/2006/relationships/image" Target="../media/image166.png"/><Relationship Id="rId16" Type="http://schemas.openxmlformats.org/officeDocument/2006/relationships/image" Target="../media/image16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224.png"/><Relationship Id="rId4" Type="http://schemas.openxmlformats.org/officeDocument/2006/relationships/image" Target="../media/image199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129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image" Target="../media/image229.png"/><Relationship Id="rId11" Type="http://schemas.openxmlformats.org/officeDocument/2006/relationships/image" Target="../media/image230.png"/><Relationship Id="rId12" Type="http://schemas.openxmlformats.org/officeDocument/2006/relationships/image" Target="../media/image133.png"/><Relationship Id="rId13" Type="http://schemas.openxmlformats.org/officeDocument/2006/relationships/image" Target="../media/image135.png"/><Relationship Id="rId14" Type="http://schemas.openxmlformats.org/officeDocument/2006/relationships/image" Target="../media/image205.png"/><Relationship Id="rId15" Type="http://schemas.openxmlformats.org/officeDocument/2006/relationships/image" Target="../media/image231.png"/><Relationship Id="rId16" Type="http://schemas.openxmlformats.org/officeDocument/2006/relationships/image" Target="../media/image232.png"/><Relationship Id="rId17" Type="http://schemas.openxmlformats.org/officeDocument/2006/relationships/image" Target="../media/image233.png"/><Relationship Id="rId18" Type="http://schemas.openxmlformats.org/officeDocument/2006/relationships/image" Target="../media/image234.png"/><Relationship Id="rId19" Type="http://schemas.openxmlformats.org/officeDocument/2006/relationships/image" Target="../media/image141.png"/><Relationship Id="rId20" Type="http://schemas.openxmlformats.org/officeDocument/2006/relationships/image" Target="../media/image235.png"/><Relationship Id="rId21" Type="http://schemas.openxmlformats.org/officeDocument/2006/relationships/image" Target="../media/image236.png"/><Relationship Id="rId22" Type="http://schemas.openxmlformats.org/officeDocument/2006/relationships/image" Target="../media/image119.png"/><Relationship Id="rId23" Type="http://schemas.openxmlformats.org/officeDocument/2006/relationships/image" Target="../media/image217.png"/><Relationship Id="rId24" Type="http://schemas.openxmlformats.org/officeDocument/2006/relationships/image" Target="../media/image122.png"/><Relationship Id="rId25" Type="http://schemas.openxmlformats.org/officeDocument/2006/relationships/image" Target="../media/image237.png"/><Relationship Id="rId26" Type="http://schemas.openxmlformats.org/officeDocument/2006/relationships/image" Target="../media/image125.png"/><Relationship Id="rId27" Type="http://schemas.openxmlformats.org/officeDocument/2006/relationships/image" Target="../media/image206.png"/><Relationship Id="rId28" Type="http://schemas.openxmlformats.org/officeDocument/2006/relationships/image" Target="../media/image207.png"/><Relationship Id="rId29" Type="http://schemas.openxmlformats.org/officeDocument/2006/relationships/image" Target="../media/image215.png"/><Relationship Id="rId30" Type="http://schemas.openxmlformats.org/officeDocument/2006/relationships/image" Target="../media/image238.png"/><Relationship Id="rId31" Type="http://schemas.openxmlformats.org/officeDocument/2006/relationships/image" Target="../media/image239.png"/><Relationship Id="rId32" Type="http://schemas.openxmlformats.org/officeDocument/2006/relationships/image" Target="../media/image240.png"/><Relationship Id="rId33" Type="http://schemas.openxmlformats.org/officeDocument/2006/relationships/image" Target="../media/image241.png"/><Relationship Id="rId34" Type="http://schemas.openxmlformats.org/officeDocument/2006/relationships/image" Target="../media/image213.png"/><Relationship Id="rId35" Type="http://schemas.openxmlformats.org/officeDocument/2006/relationships/image" Target="../media/image242.png"/><Relationship Id="rId36" Type="http://schemas.openxmlformats.org/officeDocument/2006/relationships/image" Target="../media/image243.png"/><Relationship Id="rId37" Type="http://schemas.openxmlformats.org/officeDocument/2006/relationships/image" Target="../media/image244.png"/><Relationship Id="rId38" Type="http://schemas.openxmlformats.org/officeDocument/2006/relationships/image" Target="../media/image245.png"/><Relationship Id="rId39" Type="http://schemas.openxmlformats.org/officeDocument/2006/relationships/image" Target="../media/image246.jpg"/><Relationship Id="rId40" Type="http://schemas.openxmlformats.org/officeDocument/2006/relationships/image" Target="../media/image24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image" Target="../media/image254.png"/><Relationship Id="rId9" Type="http://schemas.openxmlformats.org/officeDocument/2006/relationships/image" Target="../media/image255.png"/><Relationship Id="rId10" Type="http://schemas.openxmlformats.org/officeDocument/2006/relationships/image" Target="../media/image256.png"/><Relationship Id="rId11" Type="http://schemas.openxmlformats.org/officeDocument/2006/relationships/image" Target="../media/image257.png"/><Relationship Id="rId12" Type="http://schemas.openxmlformats.org/officeDocument/2006/relationships/image" Target="../media/image258.png"/><Relationship Id="rId13" Type="http://schemas.openxmlformats.org/officeDocument/2006/relationships/image" Target="../media/image259.png"/><Relationship Id="rId14" Type="http://schemas.openxmlformats.org/officeDocument/2006/relationships/image" Target="../media/image260.png"/><Relationship Id="rId15" Type="http://schemas.openxmlformats.org/officeDocument/2006/relationships/image" Target="../media/image261.png"/><Relationship Id="rId16" Type="http://schemas.openxmlformats.org/officeDocument/2006/relationships/image" Target="../media/image262.png"/><Relationship Id="rId17" Type="http://schemas.openxmlformats.org/officeDocument/2006/relationships/image" Target="../media/image263.png"/><Relationship Id="rId18" Type="http://schemas.openxmlformats.org/officeDocument/2006/relationships/image" Target="../media/image264.png"/><Relationship Id="rId19" Type="http://schemas.openxmlformats.org/officeDocument/2006/relationships/image" Target="../media/image265.png"/><Relationship Id="rId20" Type="http://schemas.openxmlformats.org/officeDocument/2006/relationships/image" Target="../media/image266.png"/><Relationship Id="rId21" Type="http://schemas.openxmlformats.org/officeDocument/2006/relationships/image" Target="../media/image267.png"/><Relationship Id="rId22" Type="http://schemas.openxmlformats.org/officeDocument/2006/relationships/image" Target="../media/image27.png"/><Relationship Id="rId23" Type="http://schemas.openxmlformats.org/officeDocument/2006/relationships/image" Target="../media/image268.png"/><Relationship Id="rId24" Type="http://schemas.openxmlformats.org/officeDocument/2006/relationships/image" Target="../media/image29.png"/><Relationship Id="rId25" Type="http://schemas.openxmlformats.org/officeDocument/2006/relationships/image" Target="../media/image269.png"/><Relationship Id="rId26" Type="http://schemas.openxmlformats.org/officeDocument/2006/relationships/image" Target="../media/image270.png"/><Relationship Id="rId27" Type="http://schemas.openxmlformats.org/officeDocument/2006/relationships/image" Target="../media/image271.png"/><Relationship Id="rId28" Type="http://schemas.openxmlformats.org/officeDocument/2006/relationships/image" Target="../media/image272.png"/><Relationship Id="rId29" Type="http://schemas.openxmlformats.org/officeDocument/2006/relationships/image" Target="../media/image273.png"/><Relationship Id="rId30" Type="http://schemas.openxmlformats.org/officeDocument/2006/relationships/image" Target="../media/image274.png"/><Relationship Id="rId31" Type="http://schemas.openxmlformats.org/officeDocument/2006/relationships/image" Target="../media/image275.png"/><Relationship Id="rId32" Type="http://schemas.openxmlformats.org/officeDocument/2006/relationships/image" Target="../media/image276.png"/><Relationship Id="rId33" Type="http://schemas.openxmlformats.org/officeDocument/2006/relationships/image" Target="../media/image277.png"/><Relationship Id="rId34" Type="http://schemas.openxmlformats.org/officeDocument/2006/relationships/image" Target="../media/image278.png"/><Relationship Id="rId35" Type="http://schemas.openxmlformats.org/officeDocument/2006/relationships/image" Target="../media/image16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279.png"/><Relationship Id="rId4" Type="http://schemas.openxmlformats.org/officeDocument/2006/relationships/image" Target="../media/image230.png"/><Relationship Id="rId5" Type="http://schemas.openxmlformats.org/officeDocument/2006/relationships/image" Target="../media/image280.png"/><Relationship Id="rId6" Type="http://schemas.openxmlformats.org/officeDocument/2006/relationships/image" Target="../media/image281.png"/><Relationship Id="rId7" Type="http://schemas.openxmlformats.org/officeDocument/2006/relationships/image" Target="../media/image129.png"/><Relationship Id="rId8" Type="http://schemas.openxmlformats.org/officeDocument/2006/relationships/image" Target="../media/image282.png"/><Relationship Id="rId9" Type="http://schemas.openxmlformats.org/officeDocument/2006/relationships/image" Target="../media/image283.png"/><Relationship Id="rId10" Type="http://schemas.openxmlformats.org/officeDocument/2006/relationships/image" Target="../media/image284.png"/><Relationship Id="rId11" Type="http://schemas.openxmlformats.org/officeDocument/2006/relationships/image" Target="../media/image285.png"/><Relationship Id="rId12" Type="http://schemas.openxmlformats.org/officeDocument/2006/relationships/image" Target="../media/image133.png"/><Relationship Id="rId13" Type="http://schemas.openxmlformats.org/officeDocument/2006/relationships/image" Target="../media/image135.png"/><Relationship Id="rId14" Type="http://schemas.openxmlformats.org/officeDocument/2006/relationships/image" Target="../media/image236.png"/><Relationship Id="rId15" Type="http://schemas.openxmlformats.org/officeDocument/2006/relationships/image" Target="../media/image286.png"/><Relationship Id="rId16" Type="http://schemas.openxmlformats.org/officeDocument/2006/relationships/image" Target="../media/image287.png"/><Relationship Id="rId17" Type="http://schemas.openxmlformats.org/officeDocument/2006/relationships/image" Target="../media/image288.png"/><Relationship Id="rId18" Type="http://schemas.openxmlformats.org/officeDocument/2006/relationships/image" Target="../media/image289.png"/><Relationship Id="rId19" Type="http://schemas.openxmlformats.org/officeDocument/2006/relationships/image" Target="../media/image141.png"/><Relationship Id="rId20" Type="http://schemas.openxmlformats.org/officeDocument/2006/relationships/image" Target="../media/image290.png"/><Relationship Id="rId21" Type="http://schemas.openxmlformats.org/officeDocument/2006/relationships/image" Target="../media/image291.png"/><Relationship Id="rId22" Type="http://schemas.openxmlformats.org/officeDocument/2006/relationships/image" Target="../media/image119.png"/><Relationship Id="rId23" Type="http://schemas.openxmlformats.org/officeDocument/2006/relationships/image" Target="../media/image244.png"/><Relationship Id="rId24" Type="http://schemas.openxmlformats.org/officeDocument/2006/relationships/image" Target="../media/image122.png"/><Relationship Id="rId25" Type="http://schemas.openxmlformats.org/officeDocument/2006/relationships/image" Target="../media/image292.png"/><Relationship Id="rId26" Type="http://schemas.openxmlformats.org/officeDocument/2006/relationships/image" Target="../media/image125.png"/><Relationship Id="rId27" Type="http://schemas.openxmlformats.org/officeDocument/2006/relationships/image" Target="../media/image293.png"/><Relationship Id="rId28" Type="http://schemas.openxmlformats.org/officeDocument/2006/relationships/image" Target="../media/image294.png"/><Relationship Id="rId29" Type="http://schemas.openxmlformats.org/officeDocument/2006/relationships/image" Target="../media/image295.png"/><Relationship Id="rId30" Type="http://schemas.openxmlformats.org/officeDocument/2006/relationships/image" Target="../media/image124.png"/><Relationship Id="rId31" Type="http://schemas.openxmlformats.org/officeDocument/2006/relationships/image" Target="../media/image296.jpg"/><Relationship Id="rId32" Type="http://schemas.openxmlformats.org/officeDocument/2006/relationships/image" Target="../media/image297.jpg"/><Relationship Id="rId33" Type="http://schemas.openxmlformats.org/officeDocument/2006/relationships/image" Target="../media/image298.jpg"/><Relationship Id="rId34" Type="http://schemas.openxmlformats.org/officeDocument/2006/relationships/image" Target="../media/image299.jpg"/><Relationship Id="rId35" Type="http://schemas.openxmlformats.org/officeDocument/2006/relationships/image" Target="../media/image300.jpg"/><Relationship Id="rId36" Type="http://schemas.openxmlformats.org/officeDocument/2006/relationships/image" Target="../media/image301.jpg"/><Relationship Id="rId37" Type="http://schemas.openxmlformats.org/officeDocument/2006/relationships/image" Target="../media/image30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163.png"/><Relationship Id="rId4" Type="http://schemas.openxmlformats.org/officeDocument/2006/relationships/image" Target="../media/image78.png"/><Relationship Id="rId5" Type="http://schemas.openxmlformats.org/officeDocument/2006/relationships/image" Target="../media/image16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303.png"/><Relationship Id="rId12" Type="http://schemas.openxmlformats.org/officeDocument/2006/relationships/image" Target="../media/image304.png"/><Relationship Id="rId13" Type="http://schemas.openxmlformats.org/officeDocument/2006/relationships/image" Target="../media/image305.png"/><Relationship Id="rId14" Type="http://schemas.openxmlformats.org/officeDocument/2006/relationships/image" Target="../media/image306.png"/><Relationship Id="rId15" Type="http://schemas.openxmlformats.org/officeDocument/2006/relationships/image" Target="../media/image30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8.png"/><Relationship Id="rId3" Type="http://schemas.openxmlformats.org/officeDocument/2006/relationships/image" Target="../media/image207.png"/><Relationship Id="rId4" Type="http://schemas.openxmlformats.org/officeDocument/2006/relationships/image" Target="../media/image206.png"/><Relationship Id="rId5" Type="http://schemas.openxmlformats.org/officeDocument/2006/relationships/image" Target="../media/image309.png"/><Relationship Id="rId6" Type="http://schemas.openxmlformats.org/officeDocument/2006/relationships/image" Target="../media/image310.png"/><Relationship Id="rId7" Type="http://schemas.openxmlformats.org/officeDocument/2006/relationships/image" Target="../media/image311.png"/><Relationship Id="rId8" Type="http://schemas.openxmlformats.org/officeDocument/2006/relationships/image" Target="../media/image312.png"/><Relationship Id="rId9" Type="http://schemas.openxmlformats.org/officeDocument/2006/relationships/image" Target="../media/image119.png"/><Relationship Id="rId10" Type="http://schemas.openxmlformats.org/officeDocument/2006/relationships/image" Target="../media/image313.png"/><Relationship Id="rId11" Type="http://schemas.openxmlformats.org/officeDocument/2006/relationships/image" Target="../media/image314.png"/><Relationship Id="rId12" Type="http://schemas.openxmlformats.org/officeDocument/2006/relationships/image" Target="../media/image315.png"/><Relationship Id="rId13" Type="http://schemas.openxmlformats.org/officeDocument/2006/relationships/image" Target="../media/image316.png"/><Relationship Id="rId14" Type="http://schemas.openxmlformats.org/officeDocument/2006/relationships/image" Target="../media/image317.png"/><Relationship Id="rId15" Type="http://schemas.openxmlformats.org/officeDocument/2006/relationships/image" Target="../media/image318.png"/><Relationship Id="rId16" Type="http://schemas.openxmlformats.org/officeDocument/2006/relationships/image" Target="../media/image319.png"/><Relationship Id="rId17" Type="http://schemas.openxmlformats.org/officeDocument/2006/relationships/image" Target="../media/image320.png"/><Relationship Id="rId18" Type="http://schemas.openxmlformats.org/officeDocument/2006/relationships/image" Target="../media/image321.png"/><Relationship Id="rId19" Type="http://schemas.openxmlformats.org/officeDocument/2006/relationships/image" Target="../media/image322.png"/><Relationship Id="rId20" Type="http://schemas.openxmlformats.org/officeDocument/2006/relationships/image" Target="../media/image294.png"/><Relationship Id="rId21" Type="http://schemas.openxmlformats.org/officeDocument/2006/relationships/image" Target="../media/image323.png"/><Relationship Id="rId22" Type="http://schemas.openxmlformats.org/officeDocument/2006/relationships/image" Target="../media/image324.png"/><Relationship Id="rId23" Type="http://schemas.openxmlformats.org/officeDocument/2006/relationships/image" Target="../media/image122.png"/><Relationship Id="rId24" Type="http://schemas.openxmlformats.org/officeDocument/2006/relationships/image" Target="../media/image325.png"/><Relationship Id="rId25" Type="http://schemas.openxmlformats.org/officeDocument/2006/relationships/image" Target="../media/image125.png"/><Relationship Id="rId26" Type="http://schemas.openxmlformats.org/officeDocument/2006/relationships/image" Target="../media/image16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Relationship Id="rId3" Type="http://schemas.openxmlformats.org/officeDocument/2006/relationships/image" Target="../media/image206.png"/><Relationship Id="rId4" Type="http://schemas.openxmlformats.org/officeDocument/2006/relationships/image" Target="../media/image326.png"/><Relationship Id="rId5" Type="http://schemas.openxmlformats.org/officeDocument/2006/relationships/image" Target="../media/image327.png"/><Relationship Id="rId6" Type="http://schemas.openxmlformats.org/officeDocument/2006/relationships/image" Target="../media/image328.png"/><Relationship Id="rId7" Type="http://schemas.openxmlformats.org/officeDocument/2006/relationships/image" Target="../media/image329.png"/><Relationship Id="rId8" Type="http://schemas.openxmlformats.org/officeDocument/2006/relationships/image" Target="../media/image119.png"/><Relationship Id="rId9" Type="http://schemas.openxmlformats.org/officeDocument/2006/relationships/image" Target="../media/image330.png"/><Relationship Id="rId10" Type="http://schemas.openxmlformats.org/officeDocument/2006/relationships/image" Target="../media/image314.png"/><Relationship Id="rId11" Type="http://schemas.openxmlformats.org/officeDocument/2006/relationships/image" Target="../media/image331.png"/><Relationship Id="rId12" Type="http://schemas.openxmlformats.org/officeDocument/2006/relationships/image" Target="../media/image332.png"/><Relationship Id="rId13" Type="http://schemas.openxmlformats.org/officeDocument/2006/relationships/image" Target="../media/image333.png"/><Relationship Id="rId14" Type="http://schemas.openxmlformats.org/officeDocument/2006/relationships/image" Target="../media/image334.png"/><Relationship Id="rId15" Type="http://schemas.openxmlformats.org/officeDocument/2006/relationships/image" Target="../media/image335.png"/><Relationship Id="rId16" Type="http://schemas.openxmlformats.org/officeDocument/2006/relationships/image" Target="../media/image336.png"/><Relationship Id="rId17" Type="http://schemas.openxmlformats.org/officeDocument/2006/relationships/image" Target="../media/image337.png"/><Relationship Id="rId18" Type="http://schemas.openxmlformats.org/officeDocument/2006/relationships/image" Target="../media/image324.png"/><Relationship Id="rId19" Type="http://schemas.openxmlformats.org/officeDocument/2006/relationships/image" Target="../media/image338.png"/><Relationship Id="rId20" Type="http://schemas.openxmlformats.org/officeDocument/2006/relationships/image" Target="../media/image339.png"/><Relationship Id="rId21" Type="http://schemas.openxmlformats.org/officeDocument/2006/relationships/image" Target="../media/image122.png"/><Relationship Id="rId22" Type="http://schemas.openxmlformats.org/officeDocument/2006/relationships/image" Target="../media/image340.png"/><Relationship Id="rId23" Type="http://schemas.openxmlformats.org/officeDocument/2006/relationships/image" Target="../media/image125.png"/><Relationship Id="rId24" Type="http://schemas.openxmlformats.org/officeDocument/2006/relationships/image" Target="../media/image341.png"/><Relationship Id="rId25" Type="http://schemas.openxmlformats.org/officeDocument/2006/relationships/image" Target="../media/image342.png"/><Relationship Id="rId26" Type="http://schemas.openxmlformats.org/officeDocument/2006/relationships/image" Target="../media/image343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Relationship Id="rId3" Type="http://schemas.openxmlformats.org/officeDocument/2006/relationships/image" Target="../media/image206.png"/><Relationship Id="rId4" Type="http://schemas.openxmlformats.org/officeDocument/2006/relationships/image" Target="../media/image344.png"/><Relationship Id="rId5" Type="http://schemas.openxmlformats.org/officeDocument/2006/relationships/image" Target="../media/image345.png"/><Relationship Id="rId6" Type="http://schemas.openxmlformats.org/officeDocument/2006/relationships/image" Target="../media/image346.png"/><Relationship Id="rId7" Type="http://schemas.openxmlformats.org/officeDocument/2006/relationships/image" Target="../media/image347.png"/><Relationship Id="rId8" Type="http://schemas.openxmlformats.org/officeDocument/2006/relationships/image" Target="../media/image119.png"/><Relationship Id="rId9" Type="http://schemas.openxmlformats.org/officeDocument/2006/relationships/image" Target="../media/image348.png"/><Relationship Id="rId10" Type="http://schemas.openxmlformats.org/officeDocument/2006/relationships/image" Target="../media/image314.png"/><Relationship Id="rId11" Type="http://schemas.openxmlformats.org/officeDocument/2006/relationships/image" Target="../media/image349.png"/><Relationship Id="rId12" Type="http://schemas.openxmlformats.org/officeDocument/2006/relationships/image" Target="../media/image350.png"/><Relationship Id="rId13" Type="http://schemas.openxmlformats.org/officeDocument/2006/relationships/image" Target="../media/image351.png"/><Relationship Id="rId14" Type="http://schemas.openxmlformats.org/officeDocument/2006/relationships/image" Target="../media/image352.png"/><Relationship Id="rId15" Type="http://schemas.openxmlformats.org/officeDocument/2006/relationships/image" Target="../media/image353.png"/><Relationship Id="rId16" Type="http://schemas.openxmlformats.org/officeDocument/2006/relationships/image" Target="../media/image354.png"/><Relationship Id="rId17" Type="http://schemas.openxmlformats.org/officeDocument/2006/relationships/image" Target="../media/image355.png"/><Relationship Id="rId18" Type="http://schemas.openxmlformats.org/officeDocument/2006/relationships/image" Target="../media/image339.png"/><Relationship Id="rId19" Type="http://schemas.openxmlformats.org/officeDocument/2006/relationships/image" Target="../media/image356.png"/><Relationship Id="rId20" Type="http://schemas.openxmlformats.org/officeDocument/2006/relationships/image" Target="../media/image357.png"/><Relationship Id="rId21" Type="http://schemas.openxmlformats.org/officeDocument/2006/relationships/image" Target="../media/image122.png"/><Relationship Id="rId22" Type="http://schemas.openxmlformats.org/officeDocument/2006/relationships/image" Target="../media/image358.png"/><Relationship Id="rId23" Type="http://schemas.openxmlformats.org/officeDocument/2006/relationships/image" Target="../media/image125.png"/><Relationship Id="rId24" Type="http://schemas.openxmlformats.org/officeDocument/2006/relationships/image" Target="../media/image359.png"/><Relationship Id="rId25" Type="http://schemas.openxmlformats.org/officeDocument/2006/relationships/image" Target="../media/image36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Relationship Id="rId3" Type="http://schemas.openxmlformats.org/officeDocument/2006/relationships/image" Target="../media/image206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119.png"/><Relationship Id="rId9" Type="http://schemas.openxmlformats.org/officeDocument/2006/relationships/image" Target="../media/image365.png"/><Relationship Id="rId10" Type="http://schemas.openxmlformats.org/officeDocument/2006/relationships/image" Target="../media/image314.png"/><Relationship Id="rId11" Type="http://schemas.openxmlformats.org/officeDocument/2006/relationships/image" Target="../media/image366.png"/><Relationship Id="rId12" Type="http://schemas.openxmlformats.org/officeDocument/2006/relationships/image" Target="../media/image367.png"/><Relationship Id="rId13" Type="http://schemas.openxmlformats.org/officeDocument/2006/relationships/image" Target="../media/image368.png"/><Relationship Id="rId14" Type="http://schemas.openxmlformats.org/officeDocument/2006/relationships/image" Target="../media/image369.png"/><Relationship Id="rId15" Type="http://schemas.openxmlformats.org/officeDocument/2006/relationships/image" Target="../media/image370.png"/><Relationship Id="rId16" Type="http://schemas.openxmlformats.org/officeDocument/2006/relationships/image" Target="../media/image371.png"/><Relationship Id="rId17" Type="http://schemas.openxmlformats.org/officeDocument/2006/relationships/image" Target="../media/image372.png"/><Relationship Id="rId18" Type="http://schemas.openxmlformats.org/officeDocument/2006/relationships/image" Target="../media/image357.png"/><Relationship Id="rId19" Type="http://schemas.openxmlformats.org/officeDocument/2006/relationships/image" Target="../media/image373.png"/><Relationship Id="rId20" Type="http://schemas.openxmlformats.org/officeDocument/2006/relationships/image" Target="../media/image374.png"/><Relationship Id="rId21" Type="http://schemas.openxmlformats.org/officeDocument/2006/relationships/image" Target="../media/image122.png"/><Relationship Id="rId22" Type="http://schemas.openxmlformats.org/officeDocument/2006/relationships/image" Target="../media/image375.png"/><Relationship Id="rId23" Type="http://schemas.openxmlformats.org/officeDocument/2006/relationships/image" Target="../media/image125.png"/><Relationship Id="rId24" Type="http://schemas.openxmlformats.org/officeDocument/2006/relationships/image" Target="../media/image376.png"/><Relationship Id="rId25" Type="http://schemas.openxmlformats.org/officeDocument/2006/relationships/image" Target="../media/image35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Relationship Id="rId3" Type="http://schemas.openxmlformats.org/officeDocument/2006/relationships/image" Target="../media/image206.png"/><Relationship Id="rId4" Type="http://schemas.openxmlformats.org/officeDocument/2006/relationships/image" Target="../media/image377.png"/><Relationship Id="rId5" Type="http://schemas.openxmlformats.org/officeDocument/2006/relationships/image" Target="../media/image378.png"/><Relationship Id="rId6" Type="http://schemas.openxmlformats.org/officeDocument/2006/relationships/image" Target="../media/image379.png"/><Relationship Id="rId7" Type="http://schemas.openxmlformats.org/officeDocument/2006/relationships/image" Target="../media/image380.png"/><Relationship Id="rId8" Type="http://schemas.openxmlformats.org/officeDocument/2006/relationships/image" Target="../media/image119.png"/><Relationship Id="rId9" Type="http://schemas.openxmlformats.org/officeDocument/2006/relationships/image" Target="../media/image381.png"/><Relationship Id="rId10" Type="http://schemas.openxmlformats.org/officeDocument/2006/relationships/image" Target="../media/image314.png"/><Relationship Id="rId11" Type="http://schemas.openxmlformats.org/officeDocument/2006/relationships/image" Target="../media/image382.png"/><Relationship Id="rId12" Type="http://schemas.openxmlformats.org/officeDocument/2006/relationships/image" Target="../media/image383.png"/><Relationship Id="rId13" Type="http://schemas.openxmlformats.org/officeDocument/2006/relationships/image" Target="../media/image384.png"/><Relationship Id="rId14" Type="http://schemas.openxmlformats.org/officeDocument/2006/relationships/image" Target="../media/image385.png"/><Relationship Id="rId15" Type="http://schemas.openxmlformats.org/officeDocument/2006/relationships/image" Target="../media/image386.png"/><Relationship Id="rId16" Type="http://schemas.openxmlformats.org/officeDocument/2006/relationships/image" Target="../media/image387.png"/><Relationship Id="rId17" Type="http://schemas.openxmlformats.org/officeDocument/2006/relationships/image" Target="../media/image388.png"/><Relationship Id="rId18" Type="http://schemas.openxmlformats.org/officeDocument/2006/relationships/image" Target="../media/image374.png"/><Relationship Id="rId19" Type="http://schemas.openxmlformats.org/officeDocument/2006/relationships/image" Target="../media/image389.png"/><Relationship Id="rId20" Type="http://schemas.openxmlformats.org/officeDocument/2006/relationships/image" Target="../media/image390.png"/><Relationship Id="rId21" Type="http://schemas.openxmlformats.org/officeDocument/2006/relationships/image" Target="../media/image122.png"/><Relationship Id="rId22" Type="http://schemas.openxmlformats.org/officeDocument/2006/relationships/image" Target="../media/image391.png"/><Relationship Id="rId23" Type="http://schemas.openxmlformats.org/officeDocument/2006/relationships/image" Target="../media/image125.png"/><Relationship Id="rId24" Type="http://schemas.openxmlformats.org/officeDocument/2006/relationships/image" Target="../media/image359.png"/><Relationship Id="rId25" Type="http://schemas.openxmlformats.org/officeDocument/2006/relationships/image" Target="../media/image39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3.png"/><Relationship Id="rId3" Type="http://schemas.openxmlformats.org/officeDocument/2006/relationships/image" Target="../media/image39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0906" y="3575393"/>
            <a:ext cx="7639050" cy="2006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dirty="0" sz="5600" spc="-409">
                <a:latin typeface="Arial Black"/>
                <a:cs typeface="Arial Black"/>
              </a:rPr>
              <a:t>LifeTech</a:t>
            </a:r>
            <a:r>
              <a:rPr dirty="0" sz="5600" spc="-665">
                <a:latin typeface="Arial Black"/>
                <a:cs typeface="Arial Black"/>
              </a:rPr>
              <a:t> </a:t>
            </a:r>
            <a:r>
              <a:rPr dirty="0" sz="5600" spc="-285">
                <a:latin typeface="Arial Black"/>
                <a:cs typeface="Arial Black"/>
              </a:rPr>
              <a:t>Business </a:t>
            </a:r>
            <a:r>
              <a:rPr dirty="0" sz="5600" spc="-235">
                <a:latin typeface="Arial Black"/>
                <a:cs typeface="Arial Black"/>
              </a:rPr>
              <a:t>Intelligence</a:t>
            </a:r>
            <a:r>
              <a:rPr dirty="0" sz="5600" spc="-595">
                <a:latin typeface="Arial Black"/>
                <a:cs typeface="Arial Black"/>
              </a:rPr>
              <a:t> </a:t>
            </a:r>
            <a:r>
              <a:rPr dirty="0" sz="5600" spc="-105">
                <a:latin typeface="Arial Black"/>
                <a:cs typeface="Arial Black"/>
              </a:rPr>
              <a:t>Analysis</a:t>
            </a:r>
            <a:endParaRPr sz="56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877" y="656748"/>
            <a:ext cx="3343274" cy="7238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5437" y="6218191"/>
            <a:ext cx="70408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0">
                <a:solidFill>
                  <a:srgbClr val="F0E6F9"/>
                </a:solidFill>
                <a:latin typeface="Lucida Sans Unicode"/>
                <a:cs typeface="Lucida Sans Unicode"/>
              </a:rPr>
              <a:t>Turning</a:t>
            </a:r>
            <a:r>
              <a:rPr dirty="0" sz="2500" spc="-75">
                <a:solidFill>
                  <a:srgbClr val="F0E6F9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0E6F9"/>
                </a:solidFill>
                <a:latin typeface="Lucida Sans Unicode"/>
                <a:cs typeface="Lucida Sans Unicode"/>
              </a:rPr>
              <a:t>Business</a:t>
            </a:r>
            <a:r>
              <a:rPr dirty="0" sz="2500" spc="-75">
                <a:solidFill>
                  <a:srgbClr val="F0E6F9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0">
                <a:solidFill>
                  <a:srgbClr val="F0E6F9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75">
                <a:solidFill>
                  <a:srgbClr val="F0E6F9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0E6F9"/>
                </a:solidFill>
                <a:latin typeface="Lucida Sans Unicode"/>
                <a:cs typeface="Lucida Sans Unicode"/>
              </a:rPr>
              <a:t>into</a:t>
            </a:r>
            <a:r>
              <a:rPr dirty="0" sz="2500" spc="-75">
                <a:solidFill>
                  <a:srgbClr val="F0E6F9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0E6F9"/>
                </a:solidFill>
                <a:latin typeface="Lucida Sans Unicode"/>
                <a:cs typeface="Lucida Sans Unicode"/>
              </a:rPr>
              <a:t>Strategic</a:t>
            </a:r>
            <a:r>
              <a:rPr dirty="0" sz="2500" spc="-70">
                <a:solidFill>
                  <a:srgbClr val="F0E6F9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0E6F9"/>
                </a:solidFill>
                <a:latin typeface="Lucida Sans Unicode"/>
                <a:cs typeface="Lucida Sans Unicode"/>
              </a:rPr>
              <a:t>Insights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5677970"/>
            <a:ext cx="7538720" cy="181610"/>
          </a:xfrm>
          <a:custGeom>
            <a:avLst/>
            <a:gdLst/>
            <a:ahLst/>
            <a:cxnLst/>
            <a:rect l="l" t="t" r="r" b="b"/>
            <a:pathLst>
              <a:path w="7538720" h="181610">
                <a:moveTo>
                  <a:pt x="7447401" y="181382"/>
                </a:moveTo>
                <a:lnTo>
                  <a:pt x="0" y="181381"/>
                </a:lnTo>
                <a:lnTo>
                  <a:pt x="0" y="0"/>
                </a:lnTo>
                <a:lnTo>
                  <a:pt x="7447401" y="0"/>
                </a:lnTo>
                <a:lnTo>
                  <a:pt x="7482701" y="7126"/>
                </a:lnTo>
                <a:lnTo>
                  <a:pt x="7511529" y="26562"/>
                </a:lnTo>
                <a:lnTo>
                  <a:pt x="7530965" y="55389"/>
                </a:lnTo>
                <a:lnTo>
                  <a:pt x="7538092" y="90690"/>
                </a:lnTo>
                <a:lnTo>
                  <a:pt x="7530965" y="125991"/>
                </a:lnTo>
                <a:lnTo>
                  <a:pt x="7511529" y="154819"/>
                </a:lnTo>
                <a:lnTo>
                  <a:pt x="7482701" y="174254"/>
                </a:lnTo>
                <a:lnTo>
                  <a:pt x="7447401" y="181382"/>
                </a:lnTo>
                <a:close/>
              </a:path>
            </a:pathLst>
          </a:custGeom>
          <a:solidFill>
            <a:srgbClr val="909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6689259"/>
            <a:ext cx="8318500" cy="59690"/>
          </a:xfrm>
          <a:custGeom>
            <a:avLst/>
            <a:gdLst/>
            <a:ahLst/>
            <a:cxnLst/>
            <a:rect l="l" t="t" r="r" b="b"/>
            <a:pathLst>
              <a:path w="8318500" h="59690">
                <a:moveTo>
                  <a:pt x="8296373" y="59300"/>
                </a:moveTo>
                <a:lnTo>
                  <a:pt x="0" y="59300"/>
                </a:lnTo>
                <a:lnTo>
                  <a:pt x="0" y="0"/>
                </a:lnTo>
                <a:lnTo>
                  <a:pt x="8296373" y="0"/>
                </a:lnTo>
                <a:lnTo>
                  <a:pt x="8303914" y="3123"/>
                </a:lnTo>
                <a:lnTo>
                  <a:pt x="8315036" y="14245"/>
                </a:lnTo>
                <a:lnTo>
                  <a:pt x="8318250" y="21786"/>
                </a:lnTo>
                <a:lnTo>
                  <a:pt x="8318250" y="37514"/>
                </a:lnTo>
                <a:lnTo>
                  <a:pt x="8315036" y="45055"/>
                </a:lnTo>
                <a:lnTo>
                  <a:pt x="8303914" y="56176"/>
                </a:lnTo>
                <a:lnTo>
                  <a:pt x="8296373" y="59300"/>
                </a:lnTo>
                <a:close/>
              </a:path>
            </a:pathLst>
          </a:custGeom>
          <a:solidFill>
            <a:srgbClr val="909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969" y="1650789"/>
            <a:ext cx="171623" cy="1716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5852" y="1657650"/>
            <a:ext cx="157885" cy="1579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2998" y="1664526"/>
            <a:ext cx="144162" cy="1441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56422" y="1671388"/>
            <a:ext cx="130410" cy="1304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36092" y="1678264"/>
            <a:ext cx="116687" cy="11668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02040" y="1685125"/>
            <a:ext cx="102949" cy="1029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54251" y="1691987"/>
            <a:ext cx="89212" cy="8922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92724" y="1698863"/>
            <a:ext cx="75489" cy="7547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717459" y="1705724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29" h="62230">
                <a:moveTo>
                  <a:pt x="30876" y="61752"/>
                </a:moveTo>
                <a:lnTo>
                  <a:pt x="18859" y="59325"/>
                </a:lnTo>
                <a:lnTo>
                  <a:pt x="9044" y="52707"/>
                </a:lnTo>
                <a:lnTo>
                  <a:pt x="2426" y="42892"/>
                </a:lnTo>
                <a:lnTo>
                  <a:pt x="0" y="30876"/>
                </a:lnTo>
                <a:lnTo>
                  <a:pt x="2426" y="18859"/>
                </a:lnTo>
                <a:lnTo>
                  <a:pt x="9044" y="9044"/>
                </a:lnTo>
                <a:lnTo>
                  <a:pt x="18859" y="2426"/>
                </a:lnTo>
                <a:lnTo>
                  <a:pt x="30876" y="0"/>
                </a:lnTo>
                <a:lnTo>
                  <a:pt x="42892" y="2426"/>
                </a:lnTo>
                <a:lnTo>
                  <a:pt x="52707" y="9044"/>
                </a:lnTo>
                <a:lnTo>
                  <a:pt x="59325" y="18859"/>
                </a:lnTo>
                <a:lnTo>
                  <a:pt x="61752" y="30876"/>
                </a:lnTo>
                <a:lnTo>
                  <a:pt x="59325" y="42892"/>
                </a:lnTo>
                <a:lnTo>
                  <a:pt x="52707" y="52707"/>
                </a:lnTo>
                <a:lnTo>
                  <a:pt x="42892" y="59325"/>
                </a:lnTo>
                <a:lnTo>
                  <a:pt x="30876" y="617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28472" y="1712585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3999" y="48014"/>
                </a:moveTo>
                <a:lnTo>
                  <a:pt x="14655" y="46129"/>
                </a:lnTo>
                <a:lnTo>
                  <a:pt x="7027" y="40987"/>
                </a:lnTo>
                <a:lnTo>
                  <a:pt x="1885" y="33358"/>
                </a:lnTo>
                <a:lnTo>
                  <a:pt x="0" y="24014"/>
                </a:lnTo>
                <a:lnTo>
                  <a:pt x="1885" y="14668"/>
                </a:lnTo>
                <a:lnTo>
                  <a:pt x="7027" y="7034"/>
                </a:lnTo>
                <a:lnTo>
                  <a:pt x="14655" y="1887"/>
                </a:lnTo>
                <a:lnTo>
                  <a:pt x="23999" y="0"/>
                </a:lnTo>
                <a:lnTo>
                  <a:pt x="33346" y="1887"/>
                </a:lnTo>
                <a:lnTo>
                  <a:pt x="40979" y="7034"/>
                </a:lnTo>
                <a:lnTo>
                  <a:pt x="46126" y="14668"/>
                </a:lnTo>
                <a:lnTo>
                  <a:pt x="48014" y="24014"/>
                </a:lnTo>
                <a:lnTo>
                  <a:pt x="46126" y="33358"/>
                </a:lnTo>
                <a:lnTo>
                  <a:pt x="40979" y="40987"/>
                </a:lnTo>
                <a:lnTo>
                  <a:pt x="33346" y="46129"/>
                </a:lnTo>
                <a:lnTo>
                  <a:pt x="23999" y="480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348181" y="8487390"/>
            <a:ext cx="4936490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3895" marR="5080" indent="-671830">
              <a:lnSpc>
                <a:spcPct val="116100"/>
              </a:lnSpc>
              <a:spcBef>
                <a:spcPts val="100"/>
              </a:spcBef>
            </a:pP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Digital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Egypt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Pioneers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Initiative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(DEPI) </a:t>
            </a:r>
            <a:r>
              <a:rPr dirty="0" sz="2100" spc="9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1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Track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365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483" y="658247"/>
            <a:ext cx="5996940" cy="94297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0" spc="-265">
                <a:latin typeface="Arial Black"/>
                <a:cs typeface="Arial Black"/>
              </a:rPr>
              <a:t>Meet</a:t>
            </a:r>
            <a:r>
              <a:rPr dirty="0" sz="6000" spc="-715">
                <a:latin typeface="Arial Black"/>
                <a:cs typeface="Arial Black"/>
              </a:rPr>
              <a:t> </a:t>
            </a:r>
            <a:r>
              <a:rPr dirty="0" sz="6000" spc="-130">
                <a:latin typeface="Arial Black"/>
                <a:cs typeface="Arial Black"/>
              </a:rPr>
              <a:t>Our</a:t>
            </a:r>
            <a:r>
              <a:rPr dirty="0" sz="6000" spc="-715">
                <a:latin typeface="Arial Black"/>
                <a:cs typeface="Arial Black"/>
              </a:rPr>
              <a:t> </a:t>
            </a:r>
            <a:r>
              <a:rPr dirty="0" sz="6000" spc="-100">
                <a:latin typeface="Arial Black"/>
                <a:cs typeface="Arial Black"/>
              </a:rPr>
              <a:t>Team</a:t>
            </a:r>
            <a:endParaRPr sz="600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6982" y="1683270"/>
            <a:ext cx="7206615" cy="3724910"/>
            <a:chOff x="746982" y="1683270"/>
            <a:chExt cx="7206615" cy="3724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982" y="2073817"/>
              <a:ext cx="171623" cy="1716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5012" y="2087555"/>
              <a:ext cx="144162" cy="1441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7866" y="2080679"/>
              <a:ext cx="157885" cy="157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68435" y="2094416"/>
              <a:ext cx="130410" cy="1304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8106" y="2101292"/>
              <a:ext cx="116687" cy="1166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4054" y="2108154"/>
              <a:ext cx="102949" cy="1029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66264" y="2115015"/>
              <a:ext cx="89212" cy="892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04737" y="2121891"/>
              <a:ext cx="75489" cy="754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29469" y="2128760"/>
              <a:ext cx="359410" cy="62230"/>
            </a:xfrm>
            <a:custGeom>
              <a:avLst/>
              <a:gdLst/>
              <a:ahLst/>
              <a:cxnLst/>
              <a:rect l="l" t="t" r="r" b="b"/>
              <a:pathLst>
                <a:path w="359410" h="62230">
                  <a:moveTo>
                    <a:pt x="61747" y="30873"/>
                  </a:moveTo>
                  <a:lnTo>
                    <a:pt x="59321" y="18859"/>
                  </a:lnTo>
                  <a:lnTo>
                    <a:pt x="52705" y="9042"/>
                  </a:lnTo>
                  <a:lnTo>
                    <a:pt x="42887" y="2425"/>
                  </a:lnTo>
                  <a:lnTo>
                    <a:pt x="30873" y="0"/>
                  </a:lnTo>
                  <a:lnTo>
                    <a:pt x="18859" y="2425"/>
                  </a:lnTo>
                  <a:lnTo>
                    <a:pt x="9042" y="9042"/>
                  </a:lnTo>
                  <a:lnTo>
                    <a:pt x="2425" y="18859"/>
                  </a:lnTo>
                  <a:lnTo>
                    <a:pt x="0" y="30873"/>
                  </a:lnTo>
                  <a:lnTo>
                    <a:pt x="2425" y="42887"/>
                  </a:lnTo>
                  <a:lnTo>
                    <a:pt x="9042" y="52705"/>
                  </a:lnTo>
                  <a:lnTo>
                    <a:pt x="18859" y="59321"/>
                  </a:lnTo>
                  <a:lnTo>
                    <a:pt x="30873" y="61747"/>
                  </a:lnTo>
                  <a:lnTo>
                    <a:pt x="42887" y="59321"/>
                  </a:lnTo>
                  <a:lnTo>
                    <a:pt x="52705" y="52705"/>
                  </a:lnTo>
                  <a:lnTo>
                    <a:pt x="59321" y="42887"/>
                  </a:lnTo>
                  <a:lnTo>
                    <a:pt x="61747" y="30873"/>
                  </a:lnTo>
                  <a:close/>
                </a:path>
                <a:path w="359410" h="62230">
                  <a:moveTo>
                    <a:pt x="359029" y="30873"/>
                  </a:moveTo>
                  <a:lnTo>
                    <a:pt x="357136" y="21526"/>
                  </a:lnTo>
                  <a:lnTo>
                    <a:pt x="351993" y="13893"/>
                  </a:lnTo>
                  <a:lnTo>
                    <a:pt x="344360" y="8750"/>
                  </a:lnTo>
                  <a:lnTo>
                    <a:pt x="335013" y="6858"/>
                  </a:lnTo>
                  <a:lnTo>
                    <a:pt x="325666" y="8750"/>
                  </a:lnTo>
                  <a:lnTo>
                    <a:pt x="318033" y="13893"/>
                  </a:lnTo>
                  <a:lnTo>
                    <a:pt x="312889" y="21526"/>
                  </a:lnTo>
                  <a:lnTo>
                    <a:pt x="311010" y="30873"/>
                  </a:lnTo>
                  <a:lnTo>
                    <a:pt x="312889" y="40220"/>
                  </a:lnTo>
                  <a:lnTo>
                    <a:pt x="318033" y="47840"/>
                  </a:lnTo>
                  <a:lnTo>
                    <a:pt x="325666" y="52984"/>
                  </a:lnTo>
                  <a:lnTo>
                    <a:pt x="335013" y="54876"/>
                  </a:lnTo>
                  <a:lnTo>
                    <a:pt x="344360" y="52984"/>
                  </a:lnTo>
                  <a:lnTo>
                    <a:pt x="351993" y="47840"/>
                  </a:lnTo>
                  <a:lnTo>
                    <a:pt x="357136" y="40220"/>
                  </a:lnTo>
                  <a:lnTo>
                    <a:pt x="359029" y="30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99463" y="3244033"/>
              <a:ext cx="3254047" cy="216373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82975" y="1749946"/>
              <a:ext cx="1842579" cy="184257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82977" y="1749945"/>
              <a:ext cx="1838325" cy="1838325"/>
            </a:xfrm>
            <a:custGeom>
              <a:avLst/>
              <a:gdLst/>
              <a:ahLst/>
              <a:cxnLst/>
              <a:rect l="l" t="t" r="r" b="b"/>
              <a:pathLst>
                <a:path w="1838325" h="1838325">
                  <a:moveTo>
                    <a:pt x="1008878" y="1838235"/>
                  </a:moveTo>
                  <a:lnTo>
                    <a:pt x="1061553" y="1831970"/>
                  </a:lnTo>
                  <a:lnTo>
                    <a:pt x="1106924" y="1823869"/>
                  </a:lnTo>
                  <a:lnTo>
                    <a:pt x="1151500" y="1813583"/>
                  </a:lnTo>
                  <a:lnTo>
                    <a:pt x="1195222" y="1801169"/>
                  </a:lnTo>
                  <a:lnTo>
                    <a:pt x="1238032" y="1786686"/>
                  </a:lnTo>
                  <a:lnTo>
                    <a:pt x="1279872" y="1770190"/>
                  </a:lnTo>
                  <a:lnTo>
                    <a:pt x="1320685" y="1751741"/>
                  </a:lnTo>
                  <a:lnTo>
                    <a:pt x="1360412" y="1731395"/>
                  </a:lnTo>
                  <a:lnTo>
                    <a:pt x="1398996" y="1709211"/>
                  </a:lnTo>
                  <a:lnTo>
                    <a:pt x="1436378" y="1685246"/>
                  </a:lnTo>
                  <a:lnTo>
                    <a:pt x="1472501" y="1659559"/>
                  </a:lnTo>
                  <a:lnTo>
                    <a:pt x="1507308" y="1632208"/>
                  </a:lnTo>
                  <a:lnTo>
                    <a:pt x="1540739" y="1603250"/>
                  </a:lnTo>
                  <a:lnTo>
                    <a:pt x="1572737" y="1572743"/>
                  </a:lnTo>
                  <a:lnTo>
                    <a:pt x="1603244" y="1540745"/>
                  </a:lnTo>
                  <a:lnTo>
                    <a:pt x="1632203" y="1507314"/>
                  </a:lnTo>
                  <a:lnTo>
                    <a:pt x="1659554" y="1472508"/>
                  </a:lnTo>
                  <a:lnTo>
                    <a:pt x="1685242" y="1436385"/>
                  </a:lnTo>
                  <a:lnTo>
                    <a:pt x="1709207" y="1399003"/>
                  </a:lnTo>
                  <a:lnTo>
                    <a:pt x="1731391" y="1360419"/>
                  </a:lnTo>
                  <a:lnTo>
                    <a:pt x="1751737" y="1320692"/>
                  </a:lnTo>
                  <a:lnTo>
                    <a:pt x="1770187" y="1279879"/>
                  </a:lnTo>
                  <a:lnTo>
                    <a:pt x="1786683" y="1238039"/>
                  </a:lnTo>
                  <a:lnTo>
                    <a:pt x="1801167" y="1195229"/>
                  </a:lnTo>
                  <a:lnTo>
                    <a:pt x="1813582" y="1151507"/>
                  </a:lnTo>
                  <a:lnTo>
                    <a:pt x="1823868" y="1106932"/>
                  </a:lnTo>
                  <a:lnTo>
                    <a:pt x="1831969" y="1061560"/>
                  </a:lnTo>
                  <a:lnTo>
                    <a:pt x="1837827" y="1015450"/>
                  </a:lnTo>
                  <a:lnTo>
                    <a:pt x="1838312" y="1008891"/>
                  </a:lnTo>
                </a:path>
                <a:path w="1838325" h="1838325">
                  <a:moveTo>
                    <a:pt x="1838239" y="833696"/>
                  </a:moveTo>
                  <a:lnTo>
                    <a:pt x="1831957" y="780940"/>
                  </a:lnTo>
                  <a:lnTo>
                    <a:pt x="1823852" y="735570"/>
                  </a:lnTo>
                  <a:lnTo>
                    <a:pt x="1813562" y="690996"/>
                  </a:lnTo>
                  <a:lnTo>
                    <a:pt x="1801145" y="647276"/>
                  </a:lnTo>
                  <a:lnTo>
                    <a:pt x="1786657" y="604468"/>
                  </a:lnTo>
                  <a:lnTo>
                    <a:pt x="1770158" y="562631"/>
                  </a:lnTo>
                  <a:lnTo>
                    <a:pt x="1751706" y="521821"/>
                  </a:lnTo>
                  <a:lnTo>
                    <a:pt x="1731357" y="482097"/>
                  </a:lnTo>
                  <a:lnTo>
                    <a:pt x="1709171" y="443517"/>
                  </a:lnTo>
                  <a:lnTo>
                    <a:pt x="1685204" y="406138"/>
                  </a:lnTo>
                  <a:lnTo>
                    <a:pt x="1659516" y="370019"/>
                  </a:lnTo>
                  <a:lnTo>
                    <a:pt x="1632163" y="335217"/>
                  </a:lnTo>
                  <a:lnTo>
                    <a:pt x="1603204" y="301790"/>
                  </a:lnTo>
                  <a:lnTo>
                    <a:pt x="1572697" y="269796"/>
                  </a:lnTo>
                  <a:lnTo>
                    <a:pt x="1540699" y="239293"/>
                  </a:lnTo>
                  <a:lnTo>
                    <a:pt x="1507268" y="210339"/>
                  </a:lnTo>
                  <a:lnTo>
                    <a:pt x="1472463" y="182991"/>
                  </a:lnTo>
                  <a:lnTo>
                    <a:pt x="1436341" y="157308"/>
                  </a:lnTo>
                  <a:lnTo>
                    <a:pt x="1398961" y="133347"/>
                  </a:lnTo>
                  <a:lnTo>
                    <a:pt x="1360379" y="111166"/>
                  </a:lnTo>
                  <a:lnTo>
                    <a:pt x="1320654" y="90823"/>
                  </a:lnTo>
                  <a:lnTo>
                    <a:pt x="1279844" y="72377"/>
                  </a:lnTo>
                  <a:lnTo>
                    <a:pt x="1238007" y="55884"/>
                  </a:lnTo>
                  <a:lnTo>
                    <a:pt x="1195200" y="41402"/>
                  </a:lnTo>
                  <a:lnTo>
                    <a:pt x="1151482" y="28991"/>
                  </a:lnTo>
                  <a:lnTo>
                    <a:pt x="1106910" y="18706"/>
                  </a:lnTo>
                  <a:lnTo>
                    <a:pt x="1061543" y="10607"/>
                  </a:lnTo>
                  <a:lnTo>
                    <a:pt x="1015437" y="4751"/>
                  </a:lnTo>
                  <a:lnTo>
                    <a:pt x="968652" y="1196"/>
                  </a:lnTo>
                  <a:lnTo>
                    <a:pt x="921244" y="0"/>
                  </a:lnTo>
                  <a:lnTo>
                    <a:pt x="873837" y="1200"/>
                  </a:lnTo>
                  <a:lnTo>
                    <a:pt x="827053" y="4760"/>
                  </a:lnTo>
                  <a:lnTo>
                    <a:pt x="780948" y="10621"/>
                  </a:lnTo>
                  <a:lnTo>
                    <a:pt x="735582" y="18724"/>
                  </a:lnTo>
                  <a:lnTo>
                    <a:pt x="691013" y="29012"/>
                  </a:lnTo>
                  <a:lnTo>
                    <a:pt x="647297" y="41428"/>
                  </a:lnTo>
                  <a:lnTo>
                    <a:pt x="604493" y="55913"/>
                  </a:lnTo>
                  <a:lnTo>
                    <a:pt x="562659" y="72409"/>
                  </a:lnTo>
                  <a:lnTo>
                    <a:pt x="521852" y="90858"/>
                  </a:lnTo>
                  <a:lnTo>
                    <a:pt x="482131" y="111204"/>
                  </a:lnTo>
                  <a:lnTo>
                    <a:pt x="443553" y="133386"/>
                  </a:lnTo>
                  <a:lnTo>
                    <a:pt x="406176" y="157349"/>
                  </a:lnTo>
                  <a:lnTo>
                    <a:pt x="370058" y="183034"/>
                  </a:lnTo>
                  <a:lnTo>
                    <a:pt x="335257" y="210382"/>
                  </a:lnTo>
                  <a:lnTo>
                    <a:pt x="301831" y="239337"/>
                  </a:lnTo>
                  <a:lnTo>
                    <a:pt x="269838" y="269840"/>
                  </a:lnTo>
                  <a:lnTo>
                    <a:pt x="239335" y="301834"/>
                  </a:lnTo>
                  <a:lnTo>
                    <a:pt x="210380" y="335260"/>
                  </a:lnTo>
                  <a:lnTo>
                    <a:pt x="183031" y="370061"/>
                  </a:lnTo>
                  <a:lnTo>
                    <a:pt x="157347" y="406179"/>
                  </a:lnTo>
                  <a:lnTo>
                    <a:pt x="133384" y="443556"/>
                  </a:lnTo>
                  <a:lnTo>
                    <a:pt x="111202" y="482134"/>
                  </a:lnTo>
                  <a:lnTo>
                    <a:pt x="90857" y="521855"/>
                  </a:lnTo>
                  <a:lnTo>
                    <a:pt x="72407" y="562662"/>
                  </a:lnTo>
                  <a:lnTo>
                    <a:pt x="55911" y="604496"/>
                  </a:lnTo>
                  <a:lnTo>
                    <a:pt x="41427" y="647300"/>
                  </a:lnTo>
                  <a:lnTo>
                    <a:pt x="29012" y="691016"/>
                  </a:lnTo>
                  <a:lnTo>
                    <a:pt x="18723" y="735585"/>
                  </a:lnTo>
                  <a:lnTo>
                    <a:pt x="10620" y="780951"/>
                  </a:lnTo>
                  <a:lnTo>
                    <a:pt x="4760" y="827055"/>
                  </a:lnTo>
                  <a:lnTo>
                    <a:pt x="1200" y="873840"/>
                  </a:lnTo>
                  <a:lnTo>
                    <a:pt x="0" y="921247"/>
                  </a:lnTo>
                  <a:lnTo>
                    <a:pt x="1196" y="968654"/>
                  </a:lnTo>
                  <a:lnTo>
                    <a:pt x="4751" y="1015439"/>
                  </a:lnTo>
                  <a:lnTo>
                    <a:pt x="10607" y="1061544"/>
                  </a:lnTo>
                  <a:lnTo>
                    <a:pt x="18707" y="1106911"/>
                  </a:lnTo>
                  <a:lnTo>
                    <a:pt x="28991" y="1151483"/>
                  </a:lnTo>
                  <a:lnTo>
                    <a:pt x="41403" y="1195201"/>
                  </a:lnTo>
                  <a:lnTo>
                    <a:pt x="55884" y="1238007"/>
                  </a:lnTo>
                  <a:lnTo>
                    <a:pt x="72377" y="1279844"/>
                  </a:lnTo>
                  <a:lnTo>
                    <a:pt x="90823" y="1320654"/>
                  </a:lnTo>
                  <a:lnTo>
                    <a:pt x="111166" y="1360379"/>
                  </a:lnTo>
                  <a:lnTo>
                    <a:pt x="133346" y="1398960"/>
                  </a:lnTo>
                  <a:lnTo>
                    <a:pt x="157307" y="1436341"/>
                  </a:lnTo>
                  <a:lnTo>
                    <a:pt x="182990" y="1472462"/>
                  </a:lnTo>
                  <a:lnTo>
                    <a:pt x="210338" y="1507267"/>
                  </a:lnTo>
                  <a:lnTo>
                    <a:pt x="239292" y="1540697"/>
                  </a:lnTo>
                  <a:lnTo>
                    <a:pt x="269794" y="1572695"/>
                  </a:lnTo>
                  <a:lnTo>
                    <a:pt x="301788" y="1603202"/>
                  </a:lnTo>
                  <a:lnTo>
                    <a:pt x="335215" y="1632161"/>
                  </a:lnTo>
                  <a:lnTo>
                    <a:pt x="370017" y="1659514"/>
                  </a:lnTo>
                  <a:lnTo>
                    <a:pt x="406136" y="1685202"/>
                  </a:lnTo>
                  <a:lnTo>
                    <a:pt x="443514" y="1709169"/>
                  </a:lnTo>
                  <a:lnTo>
                    <a:pt x="482094" y="1731355"/>
                  </a:lnTo>
                  <a:lnTo>
                    <a:pt x="521818" y="1751704"/>
                  </a:lnTo>
                  <a:lnTo>
                    <a:pt x="562627" y="1770156"/>
                  </a:lnTo>
                  <a:lnTo>
                    <a:pt x="604464" y="1786655"/>
                  </a:lnTo>
                  <a:lnTo>
                    <a:pt x="647271" y="1801143"/>
                  </a:lnTo>
                  <a:lnTo>
                    <a:pt x="690991" y="1813561"/>
                  </a:lnTo>
                  <a:lnTo>
                    <a:pt x="735564" y="1823851"/>
                  </a:lnTo>
                  <a:lnTo>
                    <a:pt x="780934" y="1831956"/>
                  </a:lnTo>
                  <a:lnTo>
                    <a:pt x="827042" y="1837817"/>
                  </a:lnTo>
                  <a:lnTo>
                    <a:pt x="833693" y="1838314"/>
                  </a:lnTo>
                </a:path>
              </a:pathLst>
            </a:custGeom>
            <a:ln w="133350">
              <a:solidFill>
                <a:srgbClr val="3734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036105" y="3552783"/>
            <a:ext cx="2461895" cy="150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-55">
                <a:solidFill>
                  <a:srgbClr val="FFFEFE"/>
                </a:solidFill>
                <a:latin typeface="Arial Black"/>
                <a:cs typeface="Arial Black"/>
              </a:rPr>
              <a:t>Ahmed</a:t>
            </a:r>
            <a:r>
              <a:rPr dirty="0" sz="2700" spc="-400">
                <a:solidFill>
                  <a:srgbClr val="FFFEFE"/>
                </a:solidFill>
                <a:latin typeface="Arial Black"/>
                <a:cs typeface="Arial Black"/>
              </a:rPr>
              <a:t> </a:t>
            </a:r>
            <a:r>
              <a:rPr dirty="0" sz="2700" spc="-10">
                <a:solidFill>
                  <a:srgbClr val="FFFEFE"/>
                </a:solidFill>
                <a:latin typeface="Arial Black"/>
                <a:cs typeface="Arial Black"/>
              </a:rPr>
              <a:t>Khalil</a:t>
            </a:r>
            <a:endParaRPr sz="2700">
              <a:latin typeface="Arial Black"/>
              <a:cs typeface="Arial Black"/>
            </a:endParaRPr>
          </a:p>
          <a:p>
            <a:pPr marL="237490" marR="5080" indent="-206375">
              <a:lnSpc>
                <a:spcPct val="128000"/>
              </a:lnSpc>
              <a:spcBef>
                <a:spcPts val="1465"/>
              </a:spcBef>
            </a:pPr>
            <a:r>
              <a:rPr dirty="0" sz="2250" spc="75">
                <a:solidFill>
                  <a:srgbClr val="FFFEFE"/>
                </a:solidFill>
                <a:latin typeface="Lucida Sans Unicode"/>
                <a:cs typeface="Lucida Sans Unicode"/>
              </a:rPr>
              <a:t>Data</a:t>
            </a:r>
            <a:r>
              <a:rPr dirty="0" sz="2250" spc="-175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EFE"/>
                </a:solidFill>
                <a:latin typeface="Lucida Sans Unicode"/>
                <a:cs typeface="Lucida Sans Unicode"/>
              </a:rPr>
              <a:t>Collection</a:t>
            </a:r>
            <a:r>
              <a:rPr dirty="0" sz="2250" spc="-175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40">
                <a:solidFill>
                  <a:srgbClr val="FFFEFE"/>
                </a:solidFill>
                <a:latin typeface="Lucida Sans Unicode"/>
                <a:cs typeface="Lucida Sans Unicode"/>
              </a:rPr>
              <a:t>&amp; </a:t>
            </a:r>
            <a:r>
              <a:rPr dirty="0" sz="2250" spc="75">
                <a:solidFill>
                  <a:srgbClr val="FFFEFE"/>
                </a:solidFill>
                <a:latin typeface="Lucida Sans Unicode"/>
                <a:cs typeface="Lucida Sans Unicode"/>
              </a:rPr>
              <a:t>Data</a:t>
            </a:r>
            <a:r>
              <a:rPr dirty="0" sz="2250" spc="-20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EFE"/>
                </a:solidFill>
                <a:latin typeface="Lucida Sans Unicode"/>
                <a:cs typeface="Lucida Sans Unicode"/>
              </a:rPr>
              <a:t>Cleaning</a:t>
            </a:r>
            <a:endParaRPr sz="2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303304" y="1605781"/>
            <a:ext cx="3254375" cy="3802379"/>
            <a:chOff x="8303304" y="1605781"/>
            <a:chExt cx="3254375" cy="3802379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03304" y="3244033"/>
              <a:ext cx="3254047" cy="21637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24095" y="1672457"/>
              <a:ext cx="1842579" cy="18425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924096" y="1672456"/>
              <a:ext cx="1838325" cy="1838325"/>
            </a:xfrm>
            <a:custGeom>
              <a:avLst/>
              <a:gdLst/>
              <a:ahLst/>
              <a:cxnLst/>
              <a:rect l="l" t="t" r="r" b="b"/>
              <a:pathLst>
                <a:path w="1838325" h="1838325">
                  <a:moveTo>
                    <a:pt x="1008883" y="1838235"/>
                  </a:moveTo>
                  <a:lnTo>
                    <a:pt x="1061553" y="1831970"/>
                  </a:lnTo>
                  <a:lnTo>
                    <a:pt x="1106924" y="1823870"/>
                  </a:lnTo>
                  <a:lnTo>
                    <a:pt x="1151500" y="1813583"/>
                  </a:lnTo>
                  <a:lnTo>
                    <a:pt x="1195222" y="1801170"/>
                  </a:lnTo>
                  <a:lnTo>
                    <a:pt x="1238032" y="1786686"/>
                  </a:lnTo>
                  <a:lnTo>
                    <a:pt x="1279872" y="1770190"/>
                  </a:lnTo>
                  <a:lnTo>
                    <a:pt x="1320685" y="1751741"/>
                  </a:lnTo>
                  <a:lnTo>
                    <a:pt x="1360412" y="1731395"/>
                  </a:lnTo>
                  <a:lnTo>
                    <a:pt x="1398996" y="1709211"/>
                  </a:lnTo>
                  <a:lnTo>
                    <a:pt x="1436378" y="1685246"/>
                  </a:lnTo>
                  <a:lnTo>
                    <a:pt x="1472501" y="1659559"/>
                  </a:lnTo>
                  <a:lnTo>
                    <a:pt x="1507308" y="1632208"/>
                  </a:lnTo>
                  <a:lnTo>
                    <a:pt x="1540739" y="1603250"/>
                  </a:lnTo>
                  <a:lnTo>
                    <a:pt x="1572737" y="1572743"/>
                  </a:lnTo>
                  <a:lnTo>
                    <a:pt x="1603244" y="1540745"/>
                  </a:lnTo>
                  <a:lnTo>
                    <a:pt x="1632203" y="1507314"/>
                  </a:lnTo>
                  <a:lnTo>
                    <a:pt x="1659554" y="1472508"/>
                  </a:lnTo>
                  <a:lnTo>
                    <a:pt x="1685242" y="1436385"/>
                  </a:lnTo>
                  <a:lnTo>
                    <a:pt x="1709207" y="1399003"/>
                  </a:lnTo>
                  <a:lnTo>
                    <a:pt x="1731391" y="1360419"/>
                  </a:lnTo>
                  <a:lnTo>
                    <a:pt x="1751737" y="1320692"/>
                  </a:lnTo>
                  <a:lnTo>
                    <a:pt x="1770187" y="1279879"/>
                  </a:lnTo>
                  <a:lnTo>
                    <a:pt x="1786683" y="1238039"/>
                  </a:lnTo>
                  <a:lnTo>
                    <a:pt x="1801167" y="1195229"/>
                  </a:lnTo>
                  <a:lnTo>
                    <a:pt x="1813582" y="1151507"/>
                  </a:lnTo>
                  <a:lnTo>
                    <a:pt x="1823868" y="1106932"/>
                  </a:lnTo>
                  <a:lnTo>
                    <a:pt x="1831969" y="1061560"/>
                  </a:lnTo>
                  <a:lnTo>
                    <a:pt x="1837827" y="1015450"/>
                  </a:lnTo>
                  <a:lnTo>
                    <a:pt x="1838312" y="1008891"/>
                  </a:lnTo>
                </a:path>
                <a:path w="1838325" h="1838325">
                  <a:moveTo>
                    <a:pt x="1838239" y="833696"/>
                  </a:moveTo>
                  <a:lnTo>
                    <a:pt x="1831957" y="780940"/>
                  </a:lnTo>
                  <a:lnTo>
                    <a:pt x="1823852" y="735569"/>
                  </a:lnTo>
                  <a:lnTo>
                    <a:pt x="1813562" y="690996"/>
                  </a:lnTo>
                  <a:lnTo>
                    <a:pt x="1801145" y="647276"/>
                  </a:lnTo>
                  <a:lnTo>
                    <a:pt x="1786657" y="604468"/>
                  </a:lnTo>
                  <a:lnTo>
                    <a:pt x="1770158" y="562631"/>
                  </a:lnTo>
                  <a:lnTo>
                    <a:pt x="1751706" y="521821"/>
                  </a:lnTo>
                  <a:lnTo>
                    <a:pt x="1731357" y="482097"/>
                  </a:lnTo>
                  <a:lnTo>
                    <a:pt x="1709171" y="443517"/>
                  </a:lnTo>
                  <a:lnTo>
                    <a:pt x="1685204" y="406138"/>
                  </a:lnTo>
                  <a:lnTo>
                    <a:pt x="1659516" y="370019"/>
                  </a:lnTo>
                  <a:lnTo>
                    <a:pt x="1632163" y="335217"/>
                  </a:lnTo>
                  <a:lnTo>
                    <a:pt x="1603204" y="301790"/>
                  </a:lnTo>
                  <a:lnTo>
                    <a:pt x="1572697" y="269796"/>
                  </a:lnTo>
                  <a:lnTo>
                    <a:pt x="1540699" y="239293"/>
                  </a:lnTo>
                  <a:lnTo>
                    <a:pt x="1507268" y="210339"/>
                  </a:lnTo>
                  <a:lnTo>
                    <a:pt x="1472463" y="182991"/>
                  </a:lnTo>
                  <a:lnTo>
                    <a:pt x="1436341" y="157308"/>
                  </a:lnTo>
                  <a:lnTo>
                    <a:pt x="1398961" y="133347"/>
                  </a:lnTo>
                  <a:lnTo>
                    <a:pt x="1360379" y="111166"/>
                  </a:lnTo>
                  <a:lnTo>
                    <a:pt x="1320654" y="90823"/>
                  </a:lnTo>
                  <a:lnTo>
                    <a:pt x="1279844" y="72377"/>
                  </a:lnTo>
                  <a:lnTo>
                    <a:pt x="1238007" y="55884"/>
                  </a:lnTo>
                  <a:lnTo>
                    <a:pt x="1195200" y="41402"/>
                  </a:lnTo>
                  <a:lnTo>
                    <a:pt x="1151482" y="28991"/>
                  </a:lnTo>
                  <a:lnTo>
                    <a:pt x="1106910" y="18706"/>
                  </a:lnTo>
                  <a:lnTo>
                    <a:pt x="1061543" y="10607"/>
                  </a:lnTo>
                  <a:lnTo>
                    <a:pt x="1015437" y="4751"/>
                  </a:lnTo>
                  <a:lnTo>
                    <a:pt x="968652" y="1196"/>
                  </a:lnTo>
                  <a:lnTo>
                    <a:pt x="921244" y="0"/>
                  </a:lnTo>
                  <a:lnTo>
                    <a:pt x="873837" y="1200"/>
                  </a:lnTo>
                  <a:lnTo>
                    <a:pt x="827053" y="4760"/>
                  </a:lnTo>
                  <a:lnTo>
                    <a:pt x="780948" y="10621"/>
                  </a:lnTo>
                  <a:lnTo>
                    <a:pt x="735582" y="18724"/>
                  </a:lnTo>
                  <a:lnTo>
                    <a:pt x="691013" y="29012"/>
                  </a:lnTo>
                  <a:lnTo>
                    <a:pt x="647297" y="41428"/>
                  </a:lnTo>
                  <a:lnTo>
                    <a:pt x="604493" y="55913"/>
                  </a:lnTo>
                  <a:lnTo>
                    <a:pt x="562659" y="72409"/>
                  </a:lnTo>
                  <a:lnTo>
                    <a:pt x="521852" y="90858"/>
                  </a:lnTo>
                  <a:lnTo>
                    <a:pt x="482131" y="111204"/>
                  </a:lnTo>
                  <a:lnTo>
                    <a:pt x="443553" y="133386"/>
                  </a:lnTo>
                  <a:lnTo>
                    <a:pt x="406176" y="157349"/>
                  </a:lnTo>
                  <a:lnTo>
                    <a:pt x="370058" y="183034"/>
                  </a:lnTo>
                  <a:lnTo>
                    <a:pt x="335257" y="210382"/>
                  </a:lnTo>
                  <a:lnTo>
                    <a:pt x="301831" y="239337"/>
                  </a:lnTo>
                  <a:lnTo>
                    <a:pt x="269838" y="269841"/>
                  </a:lnTo>
                  <a:lnTo>
                    <a:pt x="239334" y="301834"/>
                  </a:lnTo>
                  <a:lnTo>
                    <a:pt x="210380" y="335260"/>
                  </a:lnTo>
                  <a:lnTo>
                    <a:pt x="183031" y="370061"/>
                  </a:lnTo>
                  <a:lnTo>
                    <a:pt x="157347" y="406179"/>
                  </a:lnTo>
                  <a:lnTo>
                    <a:pt x="133384" y="443556"/>
                  </a:lnTo>
                  <a:lnTo>
                    <a:pt x="111202" y="482134"/>
                  </a:lnTo>
                  <a:lnTo>
                    <a:pt x="90857" y="521855"/>
                  </a:lnTo>
                  <a:lnTo>
                    <a:pt x="72407" y="562662"/>
                  </a:lnTo>
                  <a:lnTo>
                    <a:pt x="55911" y="604496"/>
                  </a:lnTo>
                  <a:lnTo>
                    <a:pt x="41427" y="647300"/>
                  </a:lnTo>
                  <a:lnTo>
                    <a:pt x="29012" y="691016"/>
                  </a:lnTo>
                  <a:lnTo>
                    <a:pt x="18723" y="735585"/>
                  </a:lnTo>
                  <a:lnTo>
                    <a:pt x="10620" y="780951"/>
                  </a:lnTo>
                  <a:lnTo>
                    <a:pt x="4760" y="827055"/>
                  </a:lnTo>
                  <a:lnTo>
                    <a:pt x="1200" y="873840"/>
                  </a:lnTo>
                  <a:lnTo>
                    <a:pt x="0" y="921247"/>
                  </a:lnTo>
                  <a:lnTo>
                    <a:pt x="1196" y="968654"/>
                  </a:lnTo>
                  <a:lnTo>
                    <a:pt x="4751" y="1015439"/>
                  </a:lnTo>
                  <a:lnTo>
                    <a:pt x="10607" y="1061544"/>
                  </a:lnTo>
                  <a:lnTo>
                    <a:pt x="18707" y="1106911"/>
                  </a:lnTo>
                  <a:lnTo>
                    <a:pt x="28991" y="1151483"/>
                  </a:lnTo>
                  <a:lnTo>
                    <a:pt x="41403" y="1195201"/>
                  </a:lnTo>
                  <a:lnTo>
                    <a:pt x="55884" y="1238007"/>
                  </a:lnTo>
                  <a:lnTo>
                    <a:pt x="72377" y="1279844"/>
                  </a:lnTo>
                  <a:lnTo>
                    <a:pt x="90823" y="1320654"/>
                  </a:lnTo>
                  <a:lnTo>
                    <a:pt x="111166" y="1360379"/>
                  </a:lnTo>
                  <a:lnTo>
                    <a:pt x="133346" y="1398960"/>
                  </a:lnTo>
                  <a:lnTo>
                    <a:pt x="157307" y="1436341"/>
                  </a:lnTo>
                  <a:lnTo>
                    <a:pt x="182990" y="1472462"/>
                  </a:lnTo>
                  <a:lnTo>
                    <a:pt x="210338" y="1507267"/>
                  </a:lnTo>
                  <a:lnTo>
                    <a:pt x="239292" y="1540697"/>
                  </a:lnTo>
                  <a:lnTo>
                    <a:pt x="269794" y="1572695"/>
                  </a:lnTo>
                  <a:lnTo>
                    <a:pt x="301788" y="1603202"/>
                  </a:lnTo>
                  <a:lnTo>
                    <a:pt x="335215" y="1632161"/>
                  </a:lnTo>
                  <a:lnTo>
                    <a:pt x="370017" y="1659514"/>
                  </a:lnTo>
                  <a:lnTo>
                    <a:pt x="406136" y="1685202"/>
                  </a:lnTo>
                  <a:lnTo>
                    <a:pt x="443514" y="1709169"/>
                  </a:lnTo>
                  <a:lnTo>
                    <a:pt x="482094" y="1731355"/>
                  </a:lnTo>
                  <a:lnTo>
                    <a:pt x="521817" y="1751704"/>
                  </a:lnTo>
                  <a:lnTo>
                    <a:pt x="562627" y="1770157"/>
                  </a:lnTo>
                  <a:lnTo>
                    <a:pt x="604464" y="1786656"/>
                  </a:lnTo>
                  <a:lnTo>
                    <a:pt x="647271" y="1801143"/>
                  </a:lnTo>
                  <a:lnTo>
                    <a:pt x="690990" y="1813561"/>
                  </a:lnTo>
                  <a:lnTo>
                    <a:pt x="735564" y="1823851"/>
                  </a:lnTo>
                  <a:lnTo>
                    <a:pt x="780934" y="1831956"/>
                  </a:lnTo>
                  <a:lnTo>
                    <a:pt x="827042" y="1837818"/>
                  </a:lnTo>
                  <a:lnTo>
                    <a:pt x="833688" y="1838314"/>
                  </a:lnTo>
                </a:path>
              </a:pathLst>
            </a:custGeom>
            <a:ln w="133350">
              <a:solidFill>
                <a:srgbClr val="3734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533758" y="3380996"/>
            <a:ext cx="2623185" cy="1866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 indent="74930">
              <a:lnSpc>
                <a:spcPct val="126400"/>
              </a:lnSpc>
              <a:spcBef>
                <a:spcPts val="135"/>
              </a:spcBef>
            </a:pPr>
            <a:r>
              <a:rPr dirty="0" sz="2700" spc="-55">
                <a:solidFill>
                  <a:srgbClr val="FFFEFE"/>
                </a:solidFill>
                <a:latin typeface="Arial Black"/>
                <a:cs typeface="Arial Black"/>
              </a:rPr>
              <a:t>Asmaa</a:t>
            </a:r>
            <a:r>
              <a:rPr dirty="0" sz="2700" spc="-405">
                <a:solidFill>
                  <a:srgbClr val="FFFEFE"/>
                </a:solidFill>
                <a:latin typeface="Arial Black"/>
                <a:cs typeface="Arial Black"/>
              </a:rPr>
              <a:t> </a:t>
            </a:r>
            <a:r>
              <a:rPr dirty="0" sz="2700" spc="-20">
                <a:solidFill>
                  <a:srgbClr val="FFFEFE"/>
                </a:solidFill>
                <a:latin typeface="Arial Black"/>
                <a:cs typeface="Arial Black"/>
              </a:rPr>
              <a:t>Helmy </a:t>
            </a:r>
            <a:r>
              <a:rPr dirty="0" sz="2250" spc="-10">
                <a:solidFill>
                  <a:srgbClr val="FFFEFE"/>
                </a:solidFill>
                <a:latin typeface="Lucida Sans Unicode"/>
                <a:cs typeface="Lucida Sans Unicode"/>
              </a:rPr>
              <a:t>Business </a:t>
            </a:r>
            <a:r>
              <a:rPr dirty="0" sz="2250">
                <a:solidFill>
                  <a:srgbClr val="FFFEFE"/>
                </a:solidFill>
                <a:latin typeface="Lucida Sans Unicode"/>
                <a:cs typeface="Lucida Sans Unicode"/>
              </a:rPr>
              <a:t>Understanding</a:t>
            </a:r>
            <a:r>
              <a:rPr dirty="0" sz="2250" spc="-11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40">
                <a:solidFill>
                  <a:srgbClr val="FFFEFE"/>
                </a:solidFill>
                <a:latin typeface="Lucida Sans Unicode"/>
                <a:cs typeface="Lucida Sans Unicode"/>
              </a:rPr>
              <a:t>&amp; </a:t>
            </a:r>
            <a:r>
              <a:rPr dirty="0" sz="2250" spc="-10">
                <a:solidFill>
                  <a:srgbClr val="FFFEFE"/>
                </a:solidFill>
                <a:latin typeface="Lucida Sans Unicode"/>
                <a:cs typeface="Lucida Sans Unicode"/>
              </a:rPr>
              <a:t>Project</a:t>
            </a:r>
            <a:r>
              <a:rPr dirty="0" sz="2250" spc="-165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EFE"/>
                </a:solidFill>
                <a:latin typeface="Lucida Sans Unicode"/>
                <a:cs typeface="Lucida Sans Unicode"/>
              </a:rPr>
              <a:t>Foundation</a:t>
            </a:r>
            <a:endParaRPr sz="2250">
              <a:latin typeface="Lucida Sans Unicode"/>
              <a:cs typeface="Lucida Sans Unicod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905060" y="1683270"/>
            <a:ext cx="3254375" cy="3768090"/>
            <a:chOff x="11905060" y="1683270"/>
            <a:chExt cx="3254375" cy="3768090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05060" y="3287344"/>
              <a:ext cx="3254047" cy="216373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24892" y="1749946"/>
              <a:ext cx="1842579" cy="184257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524893" y="1749945"/>
              <a:ext cx="1838325" cy="1838325"/>
            </a:xfrm>
            <a:custGeom>
              <a:avLst/>
              <a:gdLst/>
              <a:ahLst/>
              <a:cxnLst/>
              <a:rect l="l" t="t" r="r" b="b"/>
              <a:pathLst>
                <a:path w="1838325" h="1838325">
                  <a:moveTo>
                    <a:pt x="1008877" y="1838235"/>
                  </a:moveTo>
                  <a:lnTo>
                    <a:pt x="1061553" y="1831970"/>
                  </a:lnTo>
                  <a:lnTo>
                    <a:pt x="1106924" y="1823869"/>
                  </a:lnTo>
                  <a:lnTo>
                    <a:pt x="1151500" y="1813583"/>
                  </a:lnTo>
                  <a:lnTo>
                    <a:pt x="1195221" y="1801169"/>
                  </a:lnTo>
                  <a:lnTo>
                    <a:pt x="1238031" y="1786686"/>
                  </a:lnTo>
                  <a:lnTo>
                    <a:pt x="1279872" y="1770190"/>
                  </a:lnTo>
                  <a:lnTo>
                    <a:pt x="1320684" y="1751741"/>
                  </a:lnTo>
                  <a:lnTo>
                    <a:pt x="1360412" y="1731395"/>
                  </a:lnTo>
                  <a:lnTo>
                    <a:pt x="1398996" y="1709211"/>
                  </a:lnTo>
                  <a:lnTo>
                    <a:pt x="1436378" y="1685246"/>
                  </a:lnTo>
                  <a:lnTo>
                    <a:pt x="1472501" y="1659559"/>
                  </a:lnTo>
                  <a:lnTo>
                    <a:pt x="1507307" y="1632208"/>
                  </a:lnTo>
                  <a:lnTo>
                    <a:pt x="1540739" y="1603250"/>
                  </a:lnTo>
                  <a:lnTo>
                    <a:pt x="1572737" y="1572743"/>
                  </a:lnTo>
                  <a:lnTo>
                    <a:pt x="1603244" y="1540745"/>
                  </a:lnTo>
                  <a:lnTo>
                    <a:pt x="1632203" y="1507314"/>
                  </a:lnTo>
                  <a:lnTo>
                    <a:pt x="1659554" y="1472508"/>
                  </a:lnTo>
                  <a:lnTo>
                    <a:pt x="1685242" y="1436385"/>
                  </a:lnTo>
                  <a:lnTo>
                    <a:pt x="1709207" y="1399003"/>
                  </a:lnTo>
                  <a:lnTo>
                    <a:pt x="1731391" y="1360419"/>
                  </a:lnTo>
                  <a:lnTo>
                    <a:pt x="1751737" y="1320692"/>
                  </a:lnTo>
                  <a:lnTo>
                    <a:pt x="1770187" y="1279879"/>
                  </a:lnTo>
                  <a:lnTo>
                    <a:pt x="1786683" y="1238039"/>
                  </a:lnTo>
                  <a:lnTo>
                    <a:pt x="1801167" y="1195229"/>
                  </a:lnTo>
                  <a:lnTo>
                    <a:pt x="1813582" y="1151507"/>
                  </a:lnTo>
                  <a:lnTo>
                    <a:pt x="1823868" y="1106932"/>
                  </a:lnTo>
                  <a:lnTo>
                    <a:pt x="1831969" y="1061560"/>
                  </a:lnTo>
                  <a:lnTo>
                    <a:pt x="1837827" y="1015450"/>
                  </a:lnTo>
                  <a:lnTo>
                    <a:pt x="1838312" y="1008891"/>
                  </a:lnTo>
                </a:path>
                <a:path w="1838325" h="1838325">
                  <a:moveTo>
                    <a:pt x="1838239" y="833696"/>
                  </a:moveTo>
                  <a:lnTo>
                    <a:pt x="1831957" y="780940"/>
                  </a:lnTo>
                  <a:lnTo>
                    <a:pt x="1823852" y="735569"/>
                  </a:lnTo>
                  <a:lnTo>
                    <a:pt x="1813562" y="690996"/>
                  </a:lnTo>
                  <a:lnTo>
                    <a:pt x="1801144" y="647276"/>
                  </a:lnTo>
                  <a:lnTo>
                    <a:pt x="1786657" y="604468"/>
                  </a:lnTo>
                  <a:lnTo>
                    <a:pt x="1770158" y="562631"/>
                  </a:lnTo>
                  <a:lnTo>
                    <a:pt x="1751706" y="521821"/>
                  </a:lnTo>
                  <a:lnTo>
                    <a:pt x="1731357" y="482097"/>
                  </a:lnTo>
                  <a:lnTo>
                    <a:pt x="1709171" y="443517"/>
                  </a:lnTo>
                  <a:lnTo>
                    <a:pt x="1685204" y="406138"/>
                  </a:lnTo>
                  <a:lnTo>
                    <a:pt x="1659516" y="370019"/>
                  </a:lnTo>
                  <a:lnTo>
                    <a:pt x="1632163" y="335217"/>
                  </a:lnTo>
                  <a:lnTo>
                    <a:pt x="1603204" y="301790"/>
                  </a:lnTo>
                  <a:lnTo>
                    <a:pt x="1572697" y="269796"/>
                  </a:lnTo>
                  <a:lnTo>
                    <a:pt x="1540699" y="239293"/>
                  </a:lnTo>
                  <a:lnTo>
                    <a:pt x="1507268" y="210339"/>
                  </a:lnTo>
                  <a:lnTo>
                    <a:pt x="1472463" y="182991"/>
                  </a:lnTo>
                  <a:lnTo>
                    <a:pt x="1436341" y="157308"/>
                  </a:lnTo>
                  <a:lnTo>
                    <a:pt x="1398960" y="133347"/>
                  </a:lnTo>
                  <a:lnTo>
                    <a:pt x="1360379" y="111166"/>
                  </a:lnTo>
                  <a:lnTo>
                    <a:pt x="1320654" y="90823"/>
                  </a:lnTo>
                  <a:lnTo>
                    <a:pt x="1279844" y="72377"/>
                  </a:lnTo>
                  <a:lnTo>
                    <a:pt x="1238007" y="55884"/>
                  </a:lnTo>
                  <a:lnTo>
                    <a:pt x="1195200" y="41403"/>
                  </a:lnTo>
                  <a:lnTo>
                    <a:pt x="1151482" y="28991"/>
                  </a:lnTo>
                  <a:lnTo>
                    <a:pt x="1106910" y="18706"/>
                  </a:lnTo>
                  <a:lnTo>
                    <a:pt x="1061542" y="10607"/>
                  </a:lnTo>
                  <a:lnTo>
                    <a:pt x="1015437" y="4751"/>
                  </a:lnTo>
                  <a:lnTo>
                    <a:pt x="968652" y="1196"/>
                  </a:lnTo>
                  <a:lnTo>
                    <a:pt x="921244" y="0"/>
                  </a:lnTo>
                  <a:lnTo>
                    <a:pt x="873837" y="1200"/>
                  </a:lnTo>
                  <a:lnTo>
                    <a:pt x="827052" y="4760"/>
                  </a:lnTo>
                  <a:lnTo>
                    <a:pt x="780948" y="10621"/>
                  </a:lnTo>
                  <a:lnTo>
                    <a:pt x="735582" y="18724"/>
                  </a:lnTo>
                  <a:lnTo>
                    <a:pt x="691012" y="29012"/>
                  </a:lnTo>
                  <a:lnTo>
                    <a:pt x="647297" y="41428"/>
                  </a:lnTo>
                  <a:lnTo>
                    <a:pt x="604493" y="55913"/>
                  </a:lnTo>
                  <a:lnTo>
                    <a:pt x="562659" y="72409"/>
                  </a:lnTo>
                  <a:lnTo>
                    <a:pt x="521852" y="90858"/>
                  </a:lnTo>
                  <a:lnTo>
                    <a:pt x="482131" y="111204"/>
                  </a:lnTo>
                  <a:lnTo>
                    <a:pt x="443553" y="133386"/>
                  </a:lnTo>
                  <a:lnTo>
                    <a:pt x="406176" y="157349"/>
                  </a:lnTo>
                  <a:lnTo>
                    <a:pt x="370058" y="183034"/>
                  </a:lnTo>
                  <a:lnTo>
                    <a:pt x="335257" y="210382"/>
                  </a:lnTo>
                  <a:lnTo>
                    <a:pt x="301831" y="239337"/>
                  </a:lnTo>
                  <a:lnTo>
                    <a:pt x="269838" y="269841"/>
                  </a:lnTo>
                  <a:lnTo>
                    <a:pt x="239334" y="301834"/>
                  </a:lnTo>
                  <a:lnTo>
                    <a:pt x="210380" y="335261"/>
                  </a:lnTo>
                  <a:lnTo>
                    <a:pt x="183031" y="370062"/>
                  </a:lnTo>
                  <a:lnTo>
                    <a:pt x="157347" y="406179"/>
                  </a:lnTo>
                  <a:lnTo>
                    <a:pt x="133384" y="443556"/>
                  </a:lnTo>
                  <a:lnTo>
                    <a:pt x="111202" y="482134"/>
                  </a:lnTo>
                  <a:lnTo>
                    <a:pt x="90857" y="521855"/>
                  </a:lnTo>
                  <a:lnTo>
                    <a:pt x="72407" y="562662"/>
                  </a:lnTo>
                  <a:lnTo>
                    <a:pt x="55911" y="604496"/>
                  </a:lnTo>
                  <a:lnTo>
                    <a:pt x="41427" y="647300"/>
                  </a:lnTo>
                  <a:lnTo>
                    <a:pt x="29012" y="691016"/>
                  </a:lnTo>
                  <a:lnTo>
                    <a:pt x="18723" y="735585"/>
                  </a:lnTo>
                  <a:lnTo>
                    <a:pt x="10620" y="780951"/>
                  </a:lnTo>
                  <a:lnTo>
                    <a:pt x="4760" y="827055"/>
                  </a:lnTo>
                  <a:lnTo>
                    <a:pt x="1200" y="873840"/>
                  </a:lnTo>
                  <a:lnTo>
                    <a:pt x="0" y="921247"/>
                  </a:lnTo>
                  <a:lnTo>
                    <a:pt x="1196" y="968654"/>
                  </a:lnTo>
                  <a:lnTo>
                    <a:pt x="4751" y="1015439"/>
                  </a:lnTo>
                  <a:lnTo>
                    <a:pt x="10607" y="1061544"/>
                  </a:lnTo>
                  <a:lnTo>
                    <a:pt x="18707" y="1106911"/>
                  </a:lnTo>
                  <a:lnTo>
                    <a:pt x="28991" y="1151483"/>
                  </a:lnTo>
                  <a:lnTo>
                    <a:pt x="41403" y="1195201"/>
                  </a:lnTo>
                  <a:lnTo>
                    <a:pt x="55884" y="1238007"/>
                  </a:lnTo>
                  <a:lnTo>
                    <a:pt x="72377" y="1279844"/>
                  </a:lnTo>
                  <a:lnTo>
                    <a:pt x="90823" y="1320654"/>
                  </a:lnTo>
                  <a:lnTo>
                    <a:pt x="111166" y="1360378"/>
                  </a:lnTo>
                  <a:lnTo>
                    <a:pt x="133346" y="1398960"/>
                  </a:lnTo>
                  <a:lnTo>
                    <a:pt x="157307" y="1436341"/>
                  </a:lnTo>
                  <a:lnTo>
                    <a:pt x="182990" y="1472462"/>
                  </a:lnTo>
                  <a:lnTo>
                    <a:pt x="210338" y="1507267"/>
                  </a:lnTo>
                  <a:lnTo>
                    <a:pt x="239292" y="1540697"/>
                  </a:lnTo>
                  <a:lnTo>
                    <a:pt x="269794" y="1572695"/>
                  </a:lnTo>
                  <a:lnTo>
                    <a:pt x="301788" y="1603202"/>
                  </a:lnTo>
                  <a:lnTo>
                    <a:pt x="335215" y="1632161"/>
                  </a:lnTo>
                  <a:lnTo>
                    <a:pt x="370017" y="1659514"/>
                  </a:lnTo>
                  <a:lnTo>
                    <a:pt x="406136" y="1685202"/>
                  </a:lnTo>
                  <a:lnTo>
                    <a:pt x="443514" y="1709169"/>
                  </a:lnTo>
                  <a:lnTo>
                    <a:pt x="482094" y="1731355"/>
                  </a:lnTo>
                  <a:lnTo>
                    <a:pt x="521817" y="1751704"/>
                  </a:lnTo>
                  <a:lnTo>
                    <a:pt x="562627" y="1770156"/>
                  </a:lnTo>
                  <a:lnTo>
                    <a:pt x="604464" y="1786655"/>
                  </a:lnTo>
                  <a:lnTo>
                    <a:pt x="647271" y="1801143"/>
                  </a:lnTo>
                  <a:lnTo>
                    <a:pt x="690990" y="1813561"/>
                  </a:lnTo>
                  <a:lnTo>
                    <a:pt x="735564" y="1823851"/>
                  </a:lnTo>
                  <a:lnTo>
                    <a:pt x="780934" y="1831956"/>
                  </a:lnTo>
                  <a:lnTo>
                    <a:pt x="827042" y="1837817"/>
                  </a:lnTo>
                  <a:lnTo>
                    <a:pt x="833693" y="1838314"/>
                  </a:lnTo>
                </a:path>
              </a:pathLst>
            </a:custGeom>
            <a:ln w="133350">
              <a:solidFill>
                <a:srgbClr val="3734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086759" y="3587486"/>
            <a:ext cx="2910205" cy="1524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20"/>
              </a:spcBef>
            </a:pPr>
            <a:r>
              <a:rPr dirty="0" sz="2700" spc="-175">
                <a:solidFill>
                  <a:srgbClr val="FFFEFE"/>
                </a:solidFill>
                <a:latin typeface="Arial Black"/>
                <a:cs typeface="Arial Black"/>
              </a:rPr>
              <a:t>Esraa</a:t>
            </a:r>
            <a:r>
              <a:rPr dirty="0" sz="2700" spc="-395">
                <a:solidFill>
                  <a:srgbClr val="FFFEFE"/>
                </a:solidFill>
                <a:latin typeface="Arial Black"/>
                <a:cs typeface="Arial Black"/>
              </a:rPr>
              <a:t> </a:t>
            </a:r>
            <a:r>
              <a:rPr dirty="0" sz="2700" spc="-10">
                <a:solidFill>
                  <a:srgbClr val="FFFEFE"/>
                </a:solidFill>
                <a:latin typeface="Arial Black"/>
                <a:cs typeface="Arial Black"/>
              </a:rPr>
              <a:t>Mostafa</a:t>
            </a:r>
            <a:endParaRPr sz="2700">
              <a:latin typeface="Arial Black"/>
              <a:cs typeface="Arial Black"/>
            </a:endParaRPr>
          </a:p>
          <a:p>
            <a:pPr marL="12700" marR="5080" indent="260985">
              <a:lnSpc>
                <a:spcPct val="128000"/>
              </a:lnSpc>
              <a:spcBef>
                <a:spcPts val="1625"/>
              </a:spcBef>
            </a:pPr>
            <a:r>
              <a:rPr dirty="0" sz="2250" spc="-70">
                <a:solidFill>
                  <a:srgbClr val="FFFEFE"/>
                </a:solidFill>
                <a:latin typeface="Lucida Sans Unicode"/>
                <a:cs typeface="Lucida Sans Unicode"/>
              </a:rPr>
              <a:t>SQL</a:t>
            </a:r>
            <a:r>
              <a:rPr dirty="0" sz="2250" spc="-15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FFEFE"/>
                </a:solidFill>
                <a:latin typeface="Lucida Sans Unicode"/>
                <a:cs typeface="Lucida Sans Unicode"/>
              </a:rPr>
              <a:t>Processing</a:t>
            </a:r>
            <a:r>
              <a:rPr dirty="0" sz="2250" spc="-145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40">
                <a:solidFill>
                  <a:srgbClr val="FFFEFE"/>
                </a:solidFill>
                <a:latin typeface="Lucida Sans Unicode"/>
                <a:cs typeface="Lucida Sans Unicode"/>
              </a:rPr>
              <a:t>&amp; </a:t>
            </a:r>
            <a:r>
              <a:rPr dirty="0" sz="2250" spc="75">
                <a:solidFill>
                  <a:srgbClr val="FFFEFE"/>
                </a:solidFill>
                <a:latin typeface="Lucida Sans Unicode"/>
                <a:cs typeface="Lucida Sans Unicode"/>
              </a:rPr>
              <a:t>Data</a:t>
            </a:r>
            <a:r>
              <a:rPr dirty="0" sz="2250" spc="-20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EFE"/>
                </a:solidFill>
                <a:latin typeface="Lucida Sans Unicode"/>
                <a:cs typeface="Lucida Sans Unicode"/>
              </a:rPr>
              <a:t>Transformation</a:t>
            </a:r>
            <a:endParaRPr sz="2250">
              <a:latin typeface="Lucida Sans Unicode"/>
              <a:cs typeface="Lucida Sans Unicod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14721" y="5737051"/>
            <a:ext cx="3166745" cy="3737610"/>
            <a:chOff x="4814721" y="5737051"/>
            <a:chExt cx="3166745" cy="3737610"/>
          </a:xfrm>
        </p:grpSpPr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14721" y="7368803"/>
              <a:ext cx="3166596" cy="21055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28838" y="5803726"/>
              <a:ext cx="1793060" cy="179306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428838" y="5803726"/>
              <a:ext cx="1790700" cy="1790700"/>
            </a:xfrm>
            <a:custGeom>
              <a:avLst/>
              <a:gdLst/>
              <a:ahLst/>
              <a:cxnLst/>
              <a:rect l="l" t="t" r="r" b="b"/>
              <a:pathLst>
                <a:path w="1790700" h="1790700">
                  <a:moveTo>
                    <a:pt x="956687" y="1790699"/>
                  </a:moveTo>
                  <a:lnTo>
                    <a:pt x="1037293" y="1781935"/>
                  </a:lnTo>
                  <a:lnTo>
                    <a:pt x="1082776" y="1773546"/>
                  </a:lnTo>
                  <a:lnTo>
                    <a:pt x="1127426" y="1762899"/>
                  </a:lnTo>
                  <a:lnTo>
                    <a:pt x="1171180" y="1750057"/>
                  </a:lnTo>
                  <a:lnTo>
                    <a:pt x="1213978" y="1735080"/>
                  </a:lnTo>
                  <a:lnTo>
                    <a:pt x="1255756" y="1718030"/>
                  </a:lnTo>
                  <a:lnTo>
                    <a:pt x="1296454" y="1698971"/>
                  </a:lnTo>
                  <a:lnTo>
                    <a:pt x="1336009" y="1677963"/>
                  </a:lnTo>
                  <a:lnTo>
                    <a:pt x="1374359" y="1655069"/>
                  </a:lnTo>
                  <a:lnTo>
                    <a:pt x="1411442" y="1630351"/>
                  </a:lnTo>
                  <a:lnTo>
                    <a:pt x="1447197" y="1603870"/>
                  </a:lnTo>
                  <a:lnTo>
                    <a:pt x="1481561" y="1575688"/>
                  </a:lnTo>
                  <a:lnTo>
                    <a:pt x="1514472" y="1545868"/>
                  </a:lnTo>
                  <a:lnTo>
                    <a:pt x="1545868" y="1514472"/>
                  </a:lnTo>
                  <a:lnTo>
                    <a:pt x="1575688" y="1481561"/>
                  </a:lnTo>
                  <a:lnTo>
                    <a:pt x="1603869" y="1447197"/>
                  </a:lnTo>
                  <a:lnTo>
                    <a:pt x="1630350" y="1411442"/>
                  </a:lnTo>
                  <a:lnTo>
                    <a:pt x="1655069" y="1374359"/>
                  </a:lnTo>
                  <a:lnTo>
                    <a:pt x="1677963" y="1336009"/>
                  </a:lnTo>
                  <a:lnTo>
                    <a:pt x="1698971" y="1296454"/>
                  </a:lnTo>
                  <a:lnTo>
                    <a:pt x="1718030" y="1255757"/>
                  </a:lnTo>
                  <a:lnTo>
                    <a:pt x="1735079" y="1213978"/>
                  </a:lnTo>
                  <a:lnTo>
                    <a:pt x="1750056" y="1171180"/>
                  </a:lnTo>
                  <a:lnTo>
                    <a:pt x="1762899" y="1127426"/>
                  </a:lnTo>
                  <a:lnTo>
                    <a:pt x="1773546" y="1082776"/>
                  </a:lnTo>
                  <a:lnTo>
                    <a:pt x="1781934" y="1037293"/>
                  </a:lnTo>
                  <a:lnTo>
                    <a:pt x="1788003" y="991039"/>
                  </a:lnTo>
                  <a:lnTo>
                    <a:pt x="1790699" y="956685"/>
                  </a:lnTo>
                </a:path>
                <a:path w="1790700" h="1790700">
                  <a:moveTo>
                    <a:pt x="1790699" y="836248"/>
                  </a:moveTo>
                  <a:lnTo>
                    <a:pt x="1781934" y="755638"/>
                  </a:lnTo>
                  <a:lnTo>
                    <a:pt x="1773545" y="710155"/>
                  </a:lnTo>
                  <a:lnTo>
                    <a:pt x="1762899" y="665506"/>
                  </a:lnTo>
                  <a:lnTo>
                    <a:pt x="1750056" y="621751"/>
                  </a:lnTo>
                  <a:lnTo>
                    <a:pt x="1735079" y="578953"/>
                  </a:lnTo>
                  <a:lnTo>
                    <a:pt x="1718030" y="537175"/>
                  </a:lnTo>
                  <a:lnTo>
                    <a:pt x="1698970" y="496477"/>
                  </a:lnTo>
                  <a:lnTo>
                    <a:pt x="1677962" y="456922"/>
                  </a:lnTo>
                  <a:lnTo>
                    <a:pt x="1655068" y="418572"/>
                  </a:lnTo>
                  <a:lnTo>
                    <a:pt x="1630350" y="381489"/>
                  </a:lnTo>
                  <a:lnTo>
                    <a:pt x="1603869" y="345735"/>
                  </a:lnTo>
                  <a:lnTo>
                    <a:pt x="1575688" y="311371"/>
                  </a:lnTo>
                  <a:lnTo>
                    <a:pt x="1545868" y="278460"/>
                  </a:lnTo>
                  <a:lnTo>
                    <a:pt x="1514471" y="247063"/>
                  </a:lnTo>
                  <a:lnTo>
                    <a:pt x="1481560" y="217243"/>
                  </a:lnTo>
                  <a:lnTo>
                    <a:pt x="1447196" y="189062"/>
                  </a:lnTo>
                  <a:lnTo>
                    <a:pt x="1411442" y="162581"/>
                  </a:lnTo>
                  <a:lnTo>
                    <a:pt x="1374359" y="137863"/>
                  </a:lnTo>
                  <a:lnTo>
                    <a:pt x="1336009" y="114969"/>
                  </a:lnTo>
                  <a:lnTo>
                    <a:pt x="1296454" y="93961"/>
                  </a:lnTo>
                  <a:lnTo>
                    <a:pt x="1255756" y="74902"/>
                  </a:lnTo>
                  <a:lnTo>
                    <a:pt x="1213978" y="57852"/>
                  </a:lnTo>
                  <a:lnTo>
                    <a:pt x="1171180" y="42875"/>
                  </a:lnTo>
                  <a:lnTo>
                    <a:pt x="1127425" y="30033"/>
                  </a:lnTo>
                  <a:lnTo>
                    <a:pt x="1082776" y="19386"/>
                  </a:lnTo>
                  <a:lnTo>
                    <a:pt x="1037293" y="10997"/>
                  </a:lnTo>
                  <a:lnTo>
                    <a:pt x="991039" y="4929"/>
                  </a:lnTo>
                  <a:lnTo>
                    <a:pt x="944076" y="1242"/>
                  </a:lnTo>
                  <a:lnTo>
                    <a:pt x="896465" y="0"/>
                  </a:lnTo>
                  <a:lnTo>
                    <a:pt x="848855" y="1242"/>
                  </a:lnTo>
                  <a:lnTo>
                    <a:pt x="801892" y="4929"/>
                  </a:lnTo>
                  <a:lnTo>
                    <a:pt x="755638" y="10997"/>
                  </a:lnTo>
                  <a:lnTo>
                    <a:pt x="710155" y="19386"/>
                  </a:lnTo>
                  <a:lnTo>
                    <a:pt x="665506" y="30033"/>
                  </a:lnTo>
                  <a:lnTo>
                    <a:pt x="621751" y="42875"/>
                  </a:lnTo>
                  <a:lnTo>
                    <a:pt x="578953" y="57852"/>
                  </a:lnTo>
                  <a:lnTo>
                    <a:pt x="537175" y="74902"/>
                  </a:lnTo>
                  <a:lnTo>
                    <a:pt x="496477" y="93961"/>
                  </a:lnTo>
                  <a:lnTo>
                    <a:pt x="456922" y="114969"/>
                  </a:lnTo>
                  <a:lnTo>
                    <a:pt x="418572" y="137863"/>
                  </a:lnTo>
                  <a:lnTo>
                    <a:pt x="381489" y="162581"/>
                  </a:lnTo>
                  <a:lnTo>
                    <a:pt x="345735" y="189062"/>
                  </a:lnTo>
                  <a:lnTo>
                    <a:pt x="311371" y="217244"/>
                  </a:lnTo>
                  <a:lnTo>
                    <a:pt x="278460" y="247063"/>
                  </a:lnTo>
                  <a:lnTo>
                    <a:pt x="247063" y="278460"/>
                  </a:lnTo>
                  <a:lnTo>
                    <a:pt x="217243" y="311371"/>
                  </a:lnTo>
                  <a:lnTo>
                    <a:pt x="189062" y="345735"/>
                  </a:lnTo>
                  <a:lnTo>
                    <a:pt x="162581" y="381489"/>
                  </a:lnTo>
                  <a:lnTo>
                    <a:pt x="137863" y="418572"/>
                  </a:lnTo>
                  <a:lnTo>
                    <a:pt x="114969" y="456922"/>
                  </a:lnTo>
                  <a:lnTo>
                    <a:pt x="93961" y="496477"/>
                  </a:lnTo>
                  <a:lnTo>
                    <a:pt x="74902" y="537175"/>
                  </a:lnTo>
                  <a:lnTo>
                    <a:pt x="57852" y="578954"/>
                  </a:lnTo>
                  <a:lnTo>
                    <a:pt x="42875" y="621751"/>
                  </a:lnTo>
                  <a:lnTo>
                    <a:pt x="30033" y="665506"/>
                  </a:lnTo>
                  <a:lnTo>
                    <a:pt x="19386" y="710155"/>
                  </a:lnTo>
                  <a:lnTo>
                    <a:pt x="10997" y="755638"/>
                  </a:lnTo>
                  <a:lnTo>
                    <a:pt x="4929" y="801892"/>
                  </a:lnTo>
                  <a:lnTo>
                    <a:pt x="1242" y="848855"/>
                  </a:lnTo>
                  <a:lnTo>
                    <a:pt x="0" y="896466"/>
                  </a:lnTo>
                  <a:lnTo>
                    <a:pt x="1242" y="944076"/>
                  </a:lnTo>
                  <a:lnTo>
                    <a:pt x="4929" y="991039"/>
                  </a:lnTo>
                  <a:lnTo>
                    <a:pt x="10997" y="1037293"/>
                  </a:lnTo>
                  <a:lnTo>
                    <a:pt x="19386" y="1082776"/>
                  </a:lnTo>
                  <a:lnTo>
                    <a:pt x="30032" y="1127426"/>
                  </a:lnTo>
                  <a:lnTo>
                    <a:pt x="42875" y="1171180"/>
                  </a:lnTo>
                  <a:lnTo>
                    <a:pt x="57852" y="1213978"/>
                  </a:lnTo>
                  <a:lnTo>
                    <a:pt x="74901" y="1255756"/>
                  </a:lnTo>
                  <a:lnTo>
                    <a:pt x="93961" y="1296454"/>
                  </a:lnTo>
                  <a:lnTo>
                    <a:pt x="114968" y="1336009"/>
                  </a:lnTo>
                  <a:lnTo>
                    <a:pt x="137862" y="1374359"/>
                  </a:lnTo>
                  <a:lnTo>
                    <a:pt x="162581" y="1411442"/>
                  </a:lnTo>
                  <a:lnTo>
                    <a:pt x="189062" y="1447197"/>
                  </a:lnTo>
                  <a:lnTo>
                    <a:pt x="217243" y="1481561"/>
                  </a:lnTo>
                  <a:lnTo>
                    <a:pt x="247063" y="1514472"/>
                  </a:lnTo>
                  <a:lnTo>
                    <a:pt x="278459" y="1545868"/>
                  </a:lnTo>
                  <a:lnTo>
                    <a:pt x="311370" y="1575688"/>
                  </a:lnTo>
                  <a:lnTo>
                    <a:pt x="345734" y="1603870"/>
                  </a:lnTo>
                  <a:lnTo>
                    <a:pt x="381489" y="1630350"/>
                  </a:lnTo>
                  <a:lnTo>
                    <a:pt x="418572" y="1655069"/>
                  </a:lnTo>
                  <a:lnTo>
                    <a:pt x="456922" y="1677963"/>
                  </a:lnTo>
                  <a:lnTo>
                    <a:pt x="496477" y="1698971"/>
                  </a:lnTo>
                  <a:lnTo>
                    <a:pt x="537174" y="1718030"/>
                  </a:lnTo>
                  <a:lnTo>
                    <a:pt x="578953" y="1735080"/>
                  </a:lnTo>
                  <a:lnTo>
                    <a:pt x="621751" y="1750057"/>
                  </a:lnTo>
                  <a:lnTo>
                    <a:pt x="665505" y="1762899"/>
                  </a:lnTo>
                  <a:lnTo>
                    <a:pt x="710155" y="1773546"/>
                  </a:lnTo>
                  <a:lnTo>
                    <a:pt x="755638" y="1781935"/>
                  </a:lnTo>
                  <a:lnTo>
                    <a:pt x="801892" y="1788003"/>
                  </a:lnTo>
                  <a:lnTo>
                    <a:pt x="836244" y="1790699"/>
                  </a:lnTo>
                </a:path>
              </a:pathLst>
            </a:custGeom>
            <a:ln w="133349">
              <a:solidFill>
                <a:srgbClr val="3734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901769" y="7579989"/>
            <a:ext cx="3012440" cy="13766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500" spc="-160">
                <a:solidFill>
                  <a:srgbClr val="FFFEFE"/>
                </a:solidFill>
                <a:latin typeface="Arial Black"/>
                <a:cs typeface="Arial Black"/>
              </a:rPr>
              <a:t>Esraa</a:t>
            </a:r>
            <a:r>
              <a:rPr dirty="0" sz="2500" spc="-375">
                <a:solidFill>
                  <a:srgbClr val="FFFEFE"/>
                </a:solidFill>
                <a:latin typeface="Arial Black"/>
                <a:cs typeface="Arial Black"/>
              </a:rPr>
              <a:t> </a:t>
            </a:r>
            <a:r>
              <a:rPr dirty="0" sz="2500" spc="-65">
                <a:solidFill>
                  <a:srgbClr val="FFFEFE"/>
                </a:solidFill>
                <a:latin typeface="Arial Black"/>
                <a:cs typeface="Arial Black"/>
              </a:rPr>
              <a:t>Abdelsallam</a:t>
            </a:r>
            <a:endParaRPr sz="2500">
              <a:latin typeface="Arial Black"/>
              <a:cs typeface="Arial Black"/>
            </a:endParaRPr>
          </a:p>
          <a:p>
            <a:pPr marL="156845" marR="407034" indent="96520">
              <a:lnSpc>
                <a:spcPct val="127400"/>
              </a:lnSpc>
              <a:spcBef>
                <a:spcPts val="890"/>
              </a:spcBef>
            </a:pPr>
            <a:r>
              <a:rPr dirty="0" sz="2200" spc="70">
                <a:solidFill>
                  <a:srgbClr val="FFFEFE"/>
                </a:solidFill>
                <a:latin typeface="Lucida Sans Unicode"/>
                <a:cs typeface="Lucida Sans Unicode"/>
              </a:rPr>
              <a:t>Data</a:t>
            </a:r>
            <a:r>
              <a:rPr dirty="0" sz="2200" spc="-155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0">
                <a:solidFill>
                  <a:srgbClr val="FFFEFE"/>
                </a:solidFill>
                <a:latin typeface="Lucida Sans Unicode"/>
                <a:cs typeface="Lucida Sans Unicode"/>
              </a:rPr>
              <a:t>Modeling</a:t>
            </a:r>
            <a:r>
              <a:rPr dirty="0" sz="2200" spc="-155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40">
                <a:solidFill>
                  <a:srgbClr val="FFFEFE"/>
                </a:solidFill>
                <a:latin typeface="Lucida Sans Unicode"/>
                <a:cs typeface="Lucida Sans Unicode"/>
              </a:rPr>
              <a:t>&amp; </a:t>
            </a:r>
            <a:r>
              <a:rPr dirty="0" sz="2200" spc="-85">
                <a:solidFill>
                  <a:srgbClr val="FFFEFE"/>
                </a:solidFill>
                <a:latin typeface="Lucida Sans Unicode"/>
                <a:cs typeface="Lucida Sans Unicode"/>
              </a:rPr>
              <a:t>DAX</a:t>
            </a:r>
            <a:r>
              <a:rPr dirty="0" sz="2200" spc="-18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FFFEFE"/>
                </a:solidFill>
                <a:latin typeface="Lucida Sans Unicode"/>
                <a:cs typeface="Lucida Sans Unicode"/>
              </a:rPr>
              <a:t>Development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331000" y="5717775"/>
            <a:ext cx="3166745" cy="3756660"/>
            <a:chOff x="8331000" y="5717775"/>
            <a:chExt cx="3166745" cy="3756660"/>
          </a:xfrm>
        </p:grpSpPr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31000" y="7368803"/>
              <a:ext cx="3166596" cy="210558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75711" y="5784450"/>
              <a:ext cx="1793060" cy="17930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975711" y="5784450"/>
              <a:ext cx="1790700" cy="1790700"/>
            </a:xfrm>
            <a:custGeom>
              <a:avLst/>
              <a:gdLst/>
              <a:ahLst/>
              <a:cxnLst/>
              <a:rect l="l" t="t" r="r" b="b"/>
              <a:pathLst>
                <a:path w="1790700" h="1790700">
                  <a:moveTo>
                    <a:pt x="956685" y="1790699"/>
                  </a:moveTo>
                  <a:lnTo>
                    <a:pt x="1037293" y="1781934"/>
                  </a:lnTo>
                  <a:lnTo>
                    <a:pt x="1082776" y="1773545"/>
                  </a:lnTo>
                  <a:lnTo>
                    <a:pt x="1127425" y="1762899"/>
                  </a:lnTo>
                  <a:lnTo>
                    <a:pt x="1171180" y="1750056"/>
                  </a:lnTo>
                  <a:lnTo>
                    <a:pt x="1213978" y="1735079"/>
                  </a:lnTo>
                  <a:lnTo>
                    <a:pt x="1255756" y="1718030"/>
                  </a:lnTo>
                  <a:lnTo>
                    <a:pt x="1296454" y="1698970"/>
                  </a:lnTo>
                  <a:lnTo>
                    <a:pt x="1336009" y="1677963"/>
                  </a:lnTo>
                  <a:lnTo>
                    <a:pt x="1374359" y="1655069"/>
                  </a:lnTo>
                  <a:lnTo>
                    <a:pt x="1411442" y="1630350"/>
                  </a:lnTo>
                  <a:lnTo>
                    <a:pt x="1447196" y="1603869"/>
                  </a:lnTo>
                  <a:lnTo>
                    <a:pt x="1481560" y="1575688"/>
                  </a:lnTo>
                  <a:lnTo>
                    <a:pt x="1514471" y="1545868"/>
                  </a:lnTo>
                  <a:lnTo>
                    <a:pt x="1545868" y="1514471"/>
                  </a:lnTo>
                  <a:lnTo>
                    <a:pt x="1575688" y="1481560"/>
                  </a:lnTo>
                  <a:lnTo>
                    <a:pt x="1603869" y="1447197"/>
                  </a:lnTo>
                  <a:lnTo>
                    <a:pt x="1630350" y="1411442"/>
                  </a:lnTo>
                  <a:lnTo>
                    <a:pt x="1655068" y="1374359"/>
                  </a:lnTo>
                  <a:lnTo>
                    <a:pt x="1677963" y="1336009"/>
                  </a:lnTo>
                  <a:lnTo>
                    <a:pt x="1698970" y="1296454"/>
                  </a:lnTo>
                  <a:lnTo>
                    <a:pt x="1718030" y="1255756"/>
                  </a:lnTo>
                  <a:lnTo>
                    <a:pt x="1735079" y="1213978"/>
                  </a:lnTo>
                  <a:lnTo>
                    <a:pt x="1750056" y="1171180"/>
                  </a:lnTo>
                  <a:lnTo>
                    <a:pt x="1762899" y="1127426"/>
                  </a:lnTo>
                  <a:lnTo>
                    <a:pt x="1773545" y="1082776"/>
                  </a:lnTo>
                  <a:lnTo>
                    <a:pt x="1781934" y="1037293"/>
                  </a:lnTo>
                  <a:lnTo>
                    <a:pt x="1788003" y="991039"/>
                  </a:lnTo>
                  <a:lnTo>
                    <a:pt x="1790699" y="956684"/>
                  </a:lnTo>
                </a:path>
                <a:path w="1790700" h="1790700">
                  <a:moveTo>
                    <a:pt x="1790699" y="836247"/>
                  </a:moveTo>
                  <a:lnTo>
                    <a:pt x="1781934" y="755638"/>
                  </a:lnTo>
                  <a:lnTo>
                    <a:pt x="1773545" y="710155"/>
                  </a:lnTo>
                  <a:lnTo>
                    <a:pt x="1762899" y="665506"/>
                  </a:lnTo>
                  <a:lnTo>
                    <a:pt x="1750056" y="621751"/>
                  </a:lnTo>
                  <a:lnTo>
                    <a:pt x="1735079" y="578953"/>
                  </a:lnTo>
                  <a:lnTo>
                    <a:pt x="1718030" y="537175"/>
                  </a:lnTo>
                  <a:lnTo>
                    <a:pt x="1698970" y="496477"/>
                  </a:lnTo>
                  <a:lnTo>
                    <a:pt x="1677963" y="456922"/>
                  </a:lnTo>
                  <a:lnTo>
                    <a:pt x="1655068" y="418572"/>
                  </a:lnTo>
                  <a:lnTo>
                    <a:pt x="1630350" y="381489"/>
                  </a:lnTo>
                  <a:lnTo>
                    <a:pt x="1603869" y="345735"/>
                  </a:lnTo>
                  <a:lnTo>
                    <a:pt x="1575688" y="311371"/>
                  </a:lnTo>
                  <a:lnTo>
                    <a:pt x="1545868" y="278460"/>
                  </a:lnTo>
                  <a:lnTo>
                    <a:pt x="1514471" y="247063"/>
                  </a:lnTo>
                  <a:lnTo>
                    <a:pt x="1481560" y="217243"/>
                  </a:lnTo>
                  <a:lnTo>
                    <a:pt x="1447196" y="189062"/>
                  </a:lnTo>
                  <a:lnTo>
                    <a:pt x="1411442" y="162581"/>
                  </a:lnTo>
                  <a:lnTo>
                    <a:pt x="1374359" y="137863"/>
                  </a:lnTo>
                  <a:lnTo>
                    <a:pt x="1336009" y="114969"/>
                  </a:lnTo>
                  <a:lnTo>
                    <a:pt x="1296454" y="93961"/>
                  </a:lnTo>
                  <a:lnTo>
                    <a:pt x="1255756" y="74901"/>
                  </a:lnTo>
                  <a:lnTo>
                    <a:pt x="1213978" y="57852"/>
                  </a:lnTo>
                  <a:lnTo>
                    <a:pt x="1171180" y="42875"/>
                  </a:lnTo>
                  <a:lnTo>
                    <a:pt x="1127425" y="30033"/>
                  </a:lnTo>
                  <a:lnTo>
                    <a:pt x="1082776" y="19386"/>
                  </a:lnTo>
                  <a:lnTo>
                    <a:pt x="1037293" y="10997"/>
                  </a:lnTo>
                  <a:lnTo>
                    <a:pt x="991039" y="4929"/>
                  </a:lnTo>
                  <a:lnTo>
                    <a:pt x="944076" y="1242"/>
                  </a:lnTo>
                  <a:lnTo>
                    <a:pt x="896465" y="0"/>
                  </a:lnTo>
                  <a:lnTo>
                    <a:pt x="848855" y="1242"/>
                  </a:lnTo>
                  <a:lnTo>
                    <a:pt x="801892" y="4929"/>
                  </a:lnTo>
                  <a:lnTo>
                    <a:pt x="755638" y="10997"/>
                  </a:lnTo>
                  <a:lnTo>
                    <a:pt x="710155" y="19386"/>
                  </a:lnTo>
                  <a:lnTo>
                    <a:pt x="665506" y="30033"/>
                  </a:lnTo>
                  <a:lnTo>
                    <a:pt x="621751" y="42875"/>
                  </a:lnTo>
                  <a:lnTo>
                    <a:pt x="578953" y="57852"/>
                  </a:lnTo>
                  <a:lnTo>
                    <a:pt x="537175" y="74902"/>
                  </a:lnTo>
                  <a:lnTo>
                    <a:pt x="496477" y="93961"/>
                  </a:lnTo>
                  <a:lnTo>
                    <a:pt x="456922" y="114969"/>
                  </a:lnTo>
                  <a:lnTo>
                    <a:pt x="418572" y="137863"/>
                  </a:lnTo>
                  <a:lnTo>
                    <a:pt x="381489" y="162581"/>
                  </a:lnTo>
                  <a:lnTo>
                    <a:pt x="345735" y="189062"/>
                  </a:lnTo>
                  <a:lnTo>
                    <a:pt x="311371" y="217244"/>
                  </a:lnTo>
                  <a:lnTo>
                    <a:pt x="278460" y="247063"/>
                  </a:lnTo>
                  <a:lnTo>
                    <a:pt x="247063" y="278460"/>
                  </a:lnTo>
                  <a:lnTo>
                    <a:pt x="217243" y="311371"/>
                  </a:lnTo>
                  <a:lnTo>
                    <a:pt x="189062" y="345735"/>
                  </a:lnTo>
                  <a:lnTo>
                    <a:pt x="162581" y="381489"/>
                  </a:lnTo>
                  <a:lnTo>
                    <a:pt x="137863" y="418572"/>
                  </a:lnTo>
                  <a:lnTo>
                    <a:pt x="114969" y="456922"/>
                  </a:lnTo>
                  <a:lnTo>
                    <a:pt x="93961" y="496477"/>
                  </a:lnTo>
                  <a:lnTo>
                    <a:pt x="74901" y="537175"/>
                  </a:lnTo>
                  <a:lnTo>
                    <a:pt x="57852" y="578953"/>
                  </a:lnTo>
                  <a:lnTo>
                    <a:pt x="42875" y="621751"/>
                  </a:lnTo>
                  <a:lnTo>
                    <a:pt x="30032" y="665506"/>
                  </a:lnTo>
                  <a:lnTo>
                    <a:pt x="19386" y="710155"/>
                  </a:lnTo>
                  <a:lnTo>
                    <a:pt x="10997" y="755638"/>
                  </a:lnTo>
                  <a:lnTo>
                    <a:pt x="4929" y="801892"/>
                  </a:lnTo>
                  <a:lnTo>
                    <a:pt x="1242" y="848855"/>
                  </a:lnTo>
                  <a:lnTo>
                    <a:pt x="0" y="896466"/>
                  </a:lnTo>
                  <a:lnTo>
                    <a:pt x="1242" y="944076"/>
                  </a:lnTo>
                  <a:lnTo>
                    <a:pt x="4929" y="991039"/>
                  </a:lnTo>
                  <a:lnTo>
                    <a:pt x="10997" y="1037293"/>
                  </a:lnTo>
                  <a:lnTo>
                    <a:pt x="19386" y="1082776"/>
                  </a:lnTo>
                  <a:lnTo>
                    <a:pt x="30033" y="1127425"/>
                  </a:lnTo>
                  <a:lnTo>
                    <a:pt x="42875" y="1171180"/>
                  </a:lnTo>
                  <a:lnTo>
                    <a:pt x="57852" y="1213978"/>
                  </a:lnTo>
                  <a:lnTo>
                    <a:pt x="74901" y="1255756"/>
                  </a:lnTo>
                  <a:lnTo>
                    <a:pt x="93961" y="1296454"/>
                  </a:lnTo>
                  <a:lnTo>
                    <a:pt x="114969" y="1336009"/>
                  </a:lnTo>
                  <a:lnTo>
                    <a:pt x="137863" y="1374359"/>
                  </a:lnTo>
                  <a:lnTo>
                    <a:pt x="162581" y="1411442"/>
                  </a:lnTo>
                  <a:lnTo>
                    <a:pt x="189062" y="1447196"/>
                  </a:lnTo>
                  <a:lnTo>
                    <a:pt x="217243" y="1481560"/>
                  </a:lnTo>
                  <a:lnTo>
                    <a:pt x="247063" y="1514471"/>
                  </a:lnTo>
                  <a:lnTo>
                    <a:pt x="278460" y="1545868"/>
                  </a:lnTo>
                  <a:lnTo>
                    <a:pt x="311371" y="1575688"/>
                  </a:lnTo>
                  <a:lnTo>
                    <a:pt x="345735" y="1603869"/>
                  </a:lnTo>
                  <a:lnTo>
                    <a:pt x="381489" y="1630350"/>
                  </a:lnTo>
                  <a:lnTo>
                    <a:pt x="418572" y="1655068"/>
                  </a:lnTo>
                  <a:lnTo>
                    <a:pt x="456922" y="1677962"/>
                  </a:lnTo>
                  <a:lnTo>
                    <a:pt x="496477" y="1698970"/>
                  </a:lnTo>
                  <a:lnTo>
                    <a:pt x="537175" y="1718030"/>
                  </a:lnTo>
                  <a:lnTo>
                    <a:pt x="578953" y="1735079"/>
                  </a:lnTo>
                  <a:lnTo>
                    <a:pt x="621751" y="1750056"/>
                  </a:lnTo>
                  <a:lnTo>
                    <a:pt x="665506" y="1762898"/>
                  </a:lnTo>
                  <a:lnTo>
                    <a:pt x="710155" y="1773545"/>
                  </a:lnTo>
                  <a:lnTo>
                    <a:pt x="755638" y="1781934"/>
                  </a:lnTo>
                  <a:lnTo>
                    <a:pt x="801892" y="1788002"/>
                  </a:lnTo>
                  <a:lnTo>
                    <a:pt x="836246" y="1790699"/>
                  </a:lnTo>
                </a:path>
              </a:pathLst>
            </a:custGeom>
            <a:ln w="133349">
              <a:solidFill>
                <a:srgbClr val="3734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623371" y="7529407"/>
            <a:ext cx="2498090" cy="1795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>
              <a:lnSpc>
                <a:spcPct val="125299"/>
              </a:lnSpc>
              <a:spcBef>
                <a:spcPts val="90"/>
              </a:spcBef>
            </a:pPr>
            <a:r>
              <a:rPr dirty="0" sz="2600" spc="-90">
                <a:solidFill>
                  <a:srgbClr val="FFFEFE"/>
                </a:solidFill>
                <a:latin typeface="Arial Black"/>
                <a:cs typeface="Arial Black"/>
              </a:rPr>
              <a:t>Huda</a:t>
            </a:r>
            <a:r>
              <a:rPr dirty="0" sz="2600" spc="-400">
                <a:solidFill>
                  <a:srgbClr val="FFFEFE"/>
                </a:solidFill>
                <a:latin typeface="Arial Black"/>
                <a:cs typeface="Arial Black"/>
              </a:rPr>
              <a:t> </a:t>
            </a:r>
            <a:r>
              <a:rPr dirty="0" sz="2600" spc="-70">
                <a:solidFill>
                  <a:srgbClr val="FFFEFE"/>
                </a:solidFill>
                <a:latin typeface="Arial Black"/>
                <a:cs typeface="Arial Black"/>
              </a:rPr>
              <a:t>Abdullah </a:t>
            </a:r>
            <a:r>
              <a:rPr dirty="0" sz="2200" spc="-10">
                <a:solidFill>
                  <a:srgbClr val="FFFEFE"/>
                </a:solidFill>
                <a:latin typeface="Lucida Sans Unicode"/>
                <a:cs typeface="Lucida Sans Unicode"/>
              </a:rPr>
              <a:t>Dashboard </a:t>
            </a:r>
            <a:r>
              <a:rPr dirty="0" sz="2200">
                <a:solidFill>
                  <a:srgbClr val="FFFEFE"/>
                </a:solidFill>
                <a:latin typeface="Lucida Sans Unicode"/>
                <a:cs typeface="Lucida Sans Unicode"/>
              </a:rPr>
              <a:t>Development</a:t>
            </a:r>
            <a:r>
              <a:rPr dirty="0" sz="2200" spc="2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40">
                <a:solidFill>
                  <a:srgbClr val="FFFEFE"/>
                </a:solidFill>
                <a:latin typeface="Lucida Sans Unicode"/>
                <a:cs typeface="Lucida Sans Unicode"/>
              </a:rPr>
              <a:t>&amp; </a:t>
            </a:r>
            <a:r>
              <a:rPr dirty="0" sz="2200" spc="-10">
                <a:solidFill>
                  <a:srgbClr val="FFFEFE"/>
                </a:solidFill>
                <a:latin typeface="Lucida Sans Unicode"/>
                <a:cs typeface="Lucida Sans Unicode"/>
              </a:rPr>
              <a:t>Business</a:t>
            </a:r>
            <a:r>
              <a:rPr dirty="0" sz="2200" spc="-16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FFFEFE"/>
                </a:solidFill>
                <a:latin typeface="Lucida Sans Unicode"/>
                <a:cs typeface="Lucida Sans Unicode"/>
              </a:rPr>
              <a:t>Analysis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1953243" y="5801549"/>
            <a:ext cx="3166745" cy="3672840"/>
            <a:chOff x="11953243" y="5801549"/>
            <a:chExt cx="3166745" cy="3672840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953243" y="7368803"/>
              <a:ext cx="3166596" cy="21055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99569" y="5868224"/>
              <a:ext cx="1793060" cy="179306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2499569" y="5868224"/>
              <a:ext cx="1790700" cy="1790700"/>
            </a:xfrm>
            <a:custGeom>
              <a:avLst/>
              <a:gdLst/>
              <a:ahLst/>
              <a:cxnLst/>
              <a:rect l="l" t="t" r="r" b="b"/>
              <a:pathLst>
                <a:path w="1790700" h="1790700">
                  <a:moveTo>
                    <a:pt x="956685" y="1790699"/>
                  </a:moveTo>
                  <a:lnTo>
                    <a:pt x="1037293" y="1781934"/>
                  </a:lnTo>
                  <a:lnTo>
                    <a:pt x="1082776" y="1773545"/>
                  </a:lnTo>
                  <a:lnTo>
                    <a:pt x="1127425" y="1762899"/>
                  </a:lnTo>
                  <a:lnTo>
                    <a:pt x="1171180" y="1750056"/>
                  </a:lnTo>
                  <a:lnTo>
                    <a:pt x="1213978" y="1735079"/>
                  </a:lnTo>
                  <a:lnTo>
                    <a:pt x="1255756" y="1718030"/>
                  </a:lnTo>
                  <a:lnTo>
                    <a:pt x="1296454" y="1698970"/>
                  </a:lnTo>
                  <a:lnTo>
                    <a:pt x="1336009" y="1677963"/>
                  </a:lnTo>
                  <a:lnTo>
                    <a:pt x="1374359" y="1655069"/>
                  </a:lnTo>
                  <a:lnTo>
                    <a:pt x="1411442" y="1630350"/>
                  </a:lnTo>
                  <a:lnTo>
                    <a:pt x="1447196" y="1603869"/>
                  </a:lnTo>
                  <a:lnTo>
                    <a:pt x="1481560" y="1575688"/>
                  </a:lnTo>
                  <a:lnTo>
                    <a:pt x="1514471" y="1545868"/>
                  </a:lnTo>
                  <a:lnTo>
                    <a:pt x="1545868" y="1514472"/>
                  </a:lnTo>
                  <a:lnTo>
                    <a:pt x="1575688" y="1481561"/>
                  </a:lnTo>
                  <a:lnTo>
                    <a:pt x="1603869" y="1447197"/>
                  </a:lnTo>
                  <a:lnTo>
                    <a:pt x="1630350" y="1411442"/>
                  </a:lnTo>
                  <a:lnTo>
                    <a:pt x="1655069" y="1374359"/>
                  </a:lnTo>
                  <a:lnTo>
                    <a:pt x="1677963" y="1336009"/>
                  </a:lnTo>
                  <a:lnTo>
                    <a:pt x="1698970" y="1296454"/>
                  </a:lnTo>
                  <a:lnTo>
                    <a:pt x="1718030" y="1255757"/>
                  </a:lnTo>
                  <a:lnTo>
                    <a:pt x="1735079" y="1213978"/>
                  </a:lnTo>
                  <a:lnTo>
                    <a:pt x="1750056" y="1171180"/>
                  </a:lnTo>
                  <a:lnTo>
                    <a:pt x="1762899" y="1127426"/>
                  </a:lnTo>
                  <a:lnTo>
                    <a:pt x="1773545" y="1082776"/>
                  </a:lnTo>
                  <a:lnTo>
                    <a:pt x="1781934" y="1037293"/>
                  </a:lnTo>
                  <a:lnTo>
                    <a:pt x="1788003" y="991039"/>
                  </a:lnTo>
                  <a:lnTo>
                    <a:pt x="1790699" y="956684"/>
                  </a:lnTo>
                </a:path>
                <a:path w="1790700" h="1790700">
                  <a:moveTo>
                    <a:pt x="1790699" y="836247"/>
                  </a:moveTo>
                  <a:lnTo>
                    <a:pt x="1781934" y="755638"/>
                  </a:lnTo>
                  <a:lnTo>
                    <a:pt x="1773545" y="710155"/>
                  </a:lnTo>
                  <a:lnTo>
                    <a:pt x="1762899" y="665506"/>
                  </a:lnTo>
                  <a:lnTo>
                    <a:pt x="1750056" y="621751"/>
                  </a:lnTo>
                  <a:lnTo>
                    <a:pt x="1735079" y="578953"/>
                  </a:lnTo>
                  <a:lnTo>
                    <a:pt x="1718030" y="537175"/>
                  </a:lnTo>
                  <a:lnTo>
                    <a:pt x="1698970" y="496477"/>
                  </a:lnTo>
                  <a:lnTo>
                    <a:pt x="1677963" y="456922"/>
                  </a:lnTo>
                  <a:lnTo>
                    <a:pt x="1655069" y="418572"/>
                  </a:lnTo>
                  <a:lnTo>
                    <a:pt x="1630350" y="381489"/>
                  </a:lnTo>
                  <a:lnTo>
                    <a:pt x="1603869" y="345734"/>
                  </a:lnTo>
                  <a:lnTo>
                    <a:pt x="1575688" y="311371"/>
                  </a:lnTo>
                  <a:lnTo>
                    <a:pt x="1545868" y="278460"/>
                  </a:lnTo>
                  <a:lnTo>
                    <a:pt x="1514471" y="247063"/>
                  </a:lnTo>
                  <a:lnTo>
                    <a:pt x="1481560" y="217243"/>
                  </a:lnTo>
                  <a:lnTo>
                    <a:pt x="1447196" y="189062"/>
                  </a:lnTo>
                  <a:lnTo>
                    <a:pt x="1411442" y="162581"/>
                  </a:lnTo>
                  <a:lnTo>
                    <a:pt x="1374359" y="137863"/>
                  </a:lnTo>
                  <a:lnTo>
                    <a:pt x="1336009" y="114968"/>
                  </a:lnTo>
                  <a:lnTo>
                    <a:pt x="1296454" y="93961"/>
                  </a:lnTo>
                  <a:lnTo>
                    <a:pt x="1255756" y="74901"/>
                  </a:lnTo>
                  <a:lnTo>
                    <a:pt x="1213978" y="57852"/>
                  </a:lnTo>
                  <a:lnTo>
                    <a:pt x="1171180" y="42875"/>
                  </a:lnTo>
                  <a:lnTo>
                    <a:pt x="1127425" y="30032"/>
                  </a:lnTo>
                  <a:lnTo>
                    <a:pt x="1082776" y="19386"/>
                  </a:lnTo>
                  <a:lnTo>
                    <a:pt x="1037293" y="10997"/>
                  </a:lnTo>
                  <a:lnTo>
                    <a:pt x="991039" y="4929"/>
                  </a:lnTo>
                  <a:lnTo>
                    <a:pt x="944076" y="1242"/>
                  </a:lnTo>
                  <a:lnTo>
                    <a:pt x="896465" y="0"/>
                  </a:lnTo>
                  <a:lnTo>
                    <a:pt x="848855" y="1242"/>
                  </a:lnTo>
                  <a:lnTo>
                    <a:pt x="801892" y="4929"/>
                  </a:lnTo>
                  <a:lnTo>
                    <a:pt x="755638" y="10997"/>
                  </a:lnTo>
                  <a:lnTo>
                    <a:pt x="710155" y="19386"/>
                  </a:lnTo>
                  <a:lnTo>
                    <a:pt x="665505" y="30033"/>
                  </a:lnTo>
                  <a:lnTo>
                    <a:pt x="621751" y="42875"/>
                  </a:lnTo>
                  <a:lnTo>
                    <a:pt x="578953" y="57852"/>
                  </a:lnTo>
                  <a:lnTo>
                    <a:pt x="537175" y="74902"/>
                  </a:lnTo>
                  <a:lnTo>
                    <a:pt x="496477" y="93961"/>
                  </a:lnTo>
                  <a:lnTo>
                    <a:pt x="456922" y="114969"/>
                  </a:lnTo>
                  <a:lnTo>
                    <a:pt x="418572" y="137863"/>
                  </a:lnTo>
                  <a:lnTo>
                    <a:pt x="381489" y="162581"/>
                  </a:lnTo>
                  <a:lnTo>
                    <a:pt x="345734" y="189062"/>
                  </a:lnTo>
                  <a:lnTo>
                    <a:pt x="311371" y="217244"/>
                  </a:lnTo>
                  <a:lnTo>
                    <a:pt x="278460" y="247063"/>
                  </a:lnTo>
                  <a:lnTo>
                    <a:pt x="247063" y="278460"/>
                  </a:lnTo>
                  <a:lnTo>
                    <a:pt x="217243" y="311371"/>
                  </a:lnTo>
                  <a:lnTo>
                    <a:pt x="189062" y="345735"/>
                  </a:lnTo>
                  <a:lnTo>
                    <a:pt x="162581" y="381489"/>
                  </a:lnTo>
                  <a:lnTo>
                    <a:pt x="137863" y="418572"/>
                  </a:lnTo>
                  <a:lnTo>
                    <a:pt x="114968" y="456922"/>
                  </a:lnTo>
                  <a:lnTo>
                    <a:pt x="93961" y="496477"/>
                  </a:lnTo>
                  <a:lnTo>
                    <a:pt x="74901" y="537175"/>
                  </a:lnTo>
                  <a:lnTo>
                    <a:pt x="57852" y="578953"/>
                  </a:lnTo>
                  <a:lnTo>
                    <a:pt x="42875" y="621751"/>
                  </a:lnTo>
                  <a:lnTo>
                    <a:pt x="30032" y="665506"/>
                  </a:lnTo>
                  <a:lnTo>
                    <a:pt x="19386" y="710155"/>
                  </a:lnTo>
                  <a:lnTo>
                    <a:pt x="10997" y="755638"/>
                  </a:lnTo>
                  <a:lnTo>
                    <a:pt x="4929" y="801892"/>
                  </a:lnTo>
                  <a:lnTo>
                    <a:pt x="1242" y="848855"/>
                  </a:lnTo>
                  <a:lnTo>
                    <a:pt x="0" y="896466"/>
                  </a:lnTo>
                  <a:lnTo>
                    <a:pt x="1242" y="944076"/>
                  </a:lnTo>
                  <a:lnTo>
                    <a:pt x="4929" y="991039"/>
                  </a:lnTo>
                  <a:lnTo>
                    <a:pt x="10997" y="1037293"/>
                  </a:lnTo>
                  <a:lnTo>
                    <a:pt x="19386" y="1082776"/>
                  </a:lnTo>
                  <a:lnTo>
                    <a:pt x="30032" y="1127425"/>
                  </a:lnTo>
                  <a:lnTo>
                    <a:pt x="42875" y="1171180"/>
                  </a:lnTo>
                  <a:lnTo>
                    <a:pt x="57852" y="1213978"/>
                  </a:lnTo>
                  <a:lnTo>
                    <a:pt x="74901" y="1255756"/>
                  </a:lnTo>
                  <a:lnTo>
                    <a:pt x="93961" y="1296454"/>
                  </a:lnTo>
                  <a:lnTo>
                    <a:pt x="114968" y="1336009"/>
                  </a:lnTo>
                  <a:lnTo>
                    <a:pt x="137862" y="1374359"/>
                  </a:lnTo>
                  <a:lnTo>
                    <a:pt x="162581" y="1411442"/>
                  </a:lnTo>
                  <a:lnTo>
                    <a:pt x="189062" y="1447197"/>
                  </a:lnTo>
                  <a:lnTo>
                    <a:pt x="217243" y="1481560"/>
                  </a:lnTo>
                  <a:lnTo>
                    <a:pt x="247063" y="1514471"/>
                  </a:lnTo>
                  <a:lnTo>
                    <a:pt x="278460" y="1545868"/>
                  </a:lnTo>
                  <a:lnTo>
                    <a:pt x="311371" y="1575688"/>
                  </a:lnTo>
                  <a:lnTo>
                    <a:pt x="345734" y="1603869"/>
                  </a:lnTo>
                  <a:lnTo>
                    <a:pt x="381489" y="1630350"/>
                  </a:lnTo>
                  <a:lnTo>
                    <a:pt x="418572" y="1655068"/>
                  </a:lnTo>
                  <a:lnTo>
                    <a:pt x="456922" y="1677963"/>
                  </a:lnTo>
                  <a:lnTo>
                    <a:pt x="496477" y="1698970"/>
                  </a:lnTo>
                  <a:lnTo>
                    <a:pt x="537175" y="1718030"/>
                  </a:lnTo>
                  <a:lnTo>
                    <a:pt x="578953" y="1735079"/>
                  </a:lnTo>
                  <a:lnTo>
                    <a:pt x="621751" y="1750056"/>
                  </a:lnTo>
                  <a:lnTo>
                    <a:pt x="665505" y="1762899"/>
                  </a:lnTo>
                  <a:lnTo>
                    <a:pt x="710155" y="1773545"/>
                  </a:lnTo>
                  <a:lnTo>
                    <a:pt x="755638" y="1781934"/>
                  </a:lnTo>
                  <a:lnTo>
                    <a:pt x="801892" y="1788002"/>
                  </a:lnTo>
                  <a:lnTo>
                    <a:pt x="836246" y="1790699"/>
                  </a:lnTo>
                </a:path>
              </a:pathLst>
            </a:custGeom>
            <a:ln w="133349">
              <a:solidFill>
                <a:srgbClr val="3734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12056202" y="7477398"/>
            <a:ext cx="2895600" cy="18021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700" marR="5080" indent="51435">
              <a:lnSpc>
                <a:spcPct val="125600"/>
              </a:lnSpc>
              <a:spcBef>
                <a:spcPts val="114"/>
              </a:spcBef>
            </a:pPr>
            <a:r>
              <a:rPr dirty="0" sz="2600" spc="-70">
                <a:solidFill>
                  <a:srgbClr val="FFFEFE"/>
                </a:solidFill>
                <a:latin typeface="Arial Black"/>
                <a:cs typeface="Arial Black"/>
              </a:rPr>
              <a:t>Momen</a:t>
            </a:r>
            <a:r>
              <a:rPr dirty="0" sz="2600" spc="-395">
                <a:solidFill>
                  <a:srgbClr val="FFFEFE"/>
                </a:solidFill>
                <a:latin typeface="Arial Black"/>
                <a:cs typeface="Arial Black"/>
              </a:rPr>
              <a:t> </a:t>
            </a:r>
            <a:r>
              <a:rPr dirty="0" sz="2600" spc="-20">
                <a:solidFill>
                  <a:srgbClr val="FFFEFE"/>
                </a:solidFill>
                <a:latin typeface="Arial Black"/>
                <a:cs typeface="Arial Black"/>
              </a:rPr>
              <a:t>Salem </a:t>
            </a:r>
            <a:r>
              <a:rPr dirty="0" sz="2200" spc="-10">
                <a:solidFill>
                  <a:srgbClr val="FFFEFE"/>
                </a:solidFill>
                <a:latin typeface="Lucida Sans Unicode"/>
                <a:cs typeface="Lucida Sans Unicode"/>
              </a:rPr>
              <a:t>Strategic </a:t>
            </a:r>
            <a:r>
              <a:rPr dirty="0" sz="2200" spc="45">
                <a:solidFill>
                  <a:srgbClr val="FFFEFE"/>
                </a:solidFill>
                <a:latin typeface="Lucida Sans Unicode"/>
                <a:cs typeface="Lucida Sans Unicode"/>
              </a:rPr>
              <a:t>Recommendations</a:t>
            </a:r>
            <a:r>
              <a:rPr dirty="0" sz="2200" spc="-200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40">
                <a:solidFill>
                  <a:srgbClr val="FFFEFE"/>
                </a:solidFill>
                <a:latin typeface="Lucida Sans Unicode"/>
                <a:cs typeface="Lucida Sans Unicode"/>
              </a:rPr>
              <a:t>&amp; </a:t>
            </a:r>
            <a:r>
              <a:rPr dirty="0" sz="2200" spc="-40">
                <a:solidFill>
                  <a:srgbClr val="FFFEFE"/>
                </a:solidFill>
                <a:latin typeface="Lucida Sans Unicode"/>
                <a:cs typeface="Lucida Sans Unicode"/>
              </a:rPr>
              <a:t>Future</a:t>
            </a:r>
            <a:r>
              <a:rPr dirty="0" sz="2200" spc="-145">
                <a:solidFill>
                  <a:srgbClr val="FFFEFE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FFFEFE"/>
                </a:solidFill>
                <a:latin typeface="Lucida Sans Unicode"/>
                <a:cs typeface="Lucida Sans Unicode"/>
              </a:rPr>
              <a:t>Actions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6259" y="3455322"/>
            <a:ext cx="4352925" cy="257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7200" spc="-320">
                <a:solidFill>
                  <a:srgbClr val="FFFFFF"/>
                </a:solidFill>
                <a:latin typeface="Arial Black"/>
                <a:cs typeface="Arial Black"/>
              </a:rPr>
              <a:t>Table</a:t>
            </a:r>
            <a:r>
              <a:rPr dirty="0" sz="7200" spc="-8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200" spc="-35">
                <a:solidFill>
                  <a:srgbClr val="FFFFFF"/>
                </a:solidFill>
                <a:latin typeface="Arial Black"/>
                <a:cs typeface="Arial Black"/>
              </a:rPr>
              <a:t>of </a:t>
            </a:r>
            <a:r>
              <a:rPr dirty="0" sz="7200" spc="-204">
                <a:solidFill>
                  <a:srgbClr val="FFFFFF"/>
                </a:solidFill>
                <a:latin typeface="Arial Black"/>
                <a:cs typeface="Arial Black"/>
              </a:rPr>
              <a:t>Contents</a:t>
            </a:r>
            <a:endParaRPr sz="72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22796" y="647684"/>
            <a:ext cx="8018145" cy="1515745"/>
          </a:xfrm>
          <a:prstGeom prst="rect"/>
        </p:spPr>
        <p:txBody>
          <a:bodyPr wrap="square" lIns="0" tIns="218440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720"/>
              </a:spcBef>
            </a:pPr>
            <a:r>
              <a:rPr dirty="0" sz="5000" spc="-260">
                <a:solidFill>
                  <a:srgbClr val="373466"/>
                </a:solidFill>
                <a:latin typeface="Arial Black"/>
                <a:cs typeface="Arial Black"/>
              </a:rPr>
              <a:t>Project</a:t>
            </a:r>
            <a:r>
              <a:rPr dirty="0" sz="5000" spc="-585">
                <a:solidFill>
                  <a:srgbClr val="373466"/>
                </a:solidFill>
                <a:latin typeface="Arial Black"/>
                <a:cs typeface="Arial Black"/>
              </a:rPr>
              <a:t> </a:t>
            </a:r>
            <a:r>
              <a:rPr dirty="0" sz="5000" spc="-10">
                <a:solidFill>
                  <a:srgbClr val="373466"/>
                </a:solidFill>
                <a:latin typeface="Arial Black"/>
                <a:cs typeface="Arial Black"/>
              </a:rPr>
              <a:t>Foundation</a:t>
            </a:r>
            <a:endParaRPr sz="5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2700" spc="-130">
                <a:solidFill>
                  <a:srgbClr val="373466"/>
                </a:solidFill>
                <a:latin typeface="Arial Black"/>
                <a:cs typeface="Arial Black"/>
              </a:rPr>
              <a:t>Business</a:t>
            </a:r>
            <a:r>
              <a:rPr dirty="0" sz="2700" spc="-305">
                <a:solidFill>
                  <a:srgbClr val="373466"/>
                </a:solidFill>
                <a:latin typeface="Arial Black"/>
                <a:cs typeface="Arial Black"/>
              </a:rPr>
              <a:t> </a:t>
            </a:r>
            <a:r>
              <a:rPr dirty="0" sz="2700" spc="-80">
                <a:solidFill>
                  <a:srgbClr val="373466"/>
                </a:solidFill>
                <a:latin typeface="Arial Black"/>
                <a:cs typeface="Arial Black"/>
              </a:rPr>
              <a:t>Problem</a:t>
            </a:r>
            <a:r>
              <a:rPr dirty="0" sz="2700" spc="-300">
                <a:solidFill>
                  <a:srgbClr val="373466"/>
                </a:solidFill>
                <a:latin typeface="Arial Black"/>
                <a:cs typeface="Arial Black"/>
              </a:rPr>
              <a:t> </a:t>
            </a:r>
            <a:r>
              <a:rPr dirty="0" sz="2700">
                <a:solidFill>
                  <a:srgbClr val="373466"/>
                </a:solidFill>
                <a:latin typeface="Arial Black"/>
                <a:cs typeface="Arial Black"/>
              </a:rPr>
              <a:t>•</a:t>
            </a:r>
            <a:r>
              <a:rPr dirty="0" sz="2700" spc="-305">
                <a:solidFill>
                  <a:srgbClr val="373466"/>
                </a:solidFill>
                <a:latin typeface="Arial Black"/>
                <a:cs typeface="Arial Black"/>
              </a:rPr>
              <a:t> </a:t>
            </a:r>
            <a:r>
              <a:rPr dirty="0" sz="2700" spc="-105">
                <a:solidFill>
                  <a:srgbClr val="373466"/>
                </a:solidFill>
                <a:latin typeface="Arial Black"/>
                <a:cs typeface="Arial Black"/>
              </a:rPr>
              <a:t>Objectives</a:t>
            </a:r>
            <a:r>
              <a:rPr dirty="0" sz="2700" spc="-300">
                <a:solidFill>
                  <a:srgbClr val="373466"/>
                </a:solidFill>
                <a:latin typeface="Arial Black"/>
                <a:cs typeface="Arial Black"/>
              </a:rPr>
              <a:t> </a:t>
            </a:r>
            <a:r>
              <a:rPr dirty="0" sz="2700">
                <a:solidFill>
                  <a:srgbClr val="373466"/>
                </a:solidFill>
                <a:latin typeface="Arial Black"/>
                <a:cs typeface="Arial Black"/>
              </a:rPr>
              <a:t>•</a:t>
            </a:r>
            <a:r>
              <a:rPr dirty="0" sz="2700" spc="-305">
                <a:solidFill>
                  <a:srgbClr val="373466"/>
                </a:solidFill>
                <a:latin typeface="Arial Black"/>
                <a:cs typeface="Arial Black"/>
              </a:rPr>
              <a:t> </a:t>
            </a:r>
            <a:r>
              <a:rPr dirty="0" sz="2700" spc="-60">
                <a:solidFill>
                  <a:srgbClr val="373466"/>
                </a:solidFill>
                <a:latin typeface="Arial Black"/>
                <a:cs typeface="Arial Black"/>
              </a:rPr>
              <a:t>Data</a:t>
            </a:r>
            <a:r>
              <a:rPr dirty="0" sz="2700" spc="-300">
                <a:solidFill>
                  <a:srgbClr val="373466"/>
                </a:solidFill>
                <a:latin typeface="Arial Black"/>
                <a:cs typeface="Arial Black"/>
              </a:rPr>
              <a:t> </a:t>
            </a:r>
            <a:r>
              <a:rPr dirty="0" sz="2700" spc="-90">
                <a:solidFill>
                  <a:srgbClr val="373466"/>
                </a:solidFill>
                <a:latin typeface="Arial Black"/>
                <a:cs typeface="Arial Black"/>
              </a:rPr>
              <a:t>Sources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218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pc="-235"/>
              <a:t>Technical</a:t>
            </a:r>
            <a:r>
              <a:rPr dirty="0" spc="-525"/>
              <a:t> </a:t>
            </a:r>
            <a:r>
              <a:rPr dirty="0" spc="-290"/>
              <a:t>Process</a:t>
            </a: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2700" spc="-60"/>
              <a:t>Data</a:t>
            </a:r>
            <a:r>
              <a:rPr dirty="0" sz="2700" spc="-310"/>
              <a:t> </a:t>
            </a:r>
            <a:r>
              <a:rPr dirty="0" sz="2700" spc="-50"/>
              <a:t>Cleaning</a:t>
            </a:r>
            <a:r>
              <a:rPr dirty="0" sz="2700" spc="-305"/>
              <a:t> </a:t>
            </a:r>
            <a:r>
              <a:rPr dirty="0" sz="2700"/>
              <a:t>•</a:t>
            </a:r>
            <a:r>
              <a:rPr dirty="0" sz="2700" spc="-305"/>
              <a:t> </a:t>
            </a:r>
            <a:r>
              <a:rPr dirty="0" sz="2700" spc="-165"/>
              <a:t>Power</a:t>
            </a:r>
            <a:r>
              <a:rPr dirty="0" sz="2700" spc="-305"/>
              <a:t> </a:t>
            </a:r>
            <a:r>
              <a:rPr dirty="0" sz="2700" spc="-60"/>
              <a:t>Query</a:t>
            </a:r>
            <a:r>
              <a:rPr dirty="0" sz="2700" spc="-305"/>
              <a:t> </a:t>
            </a:r>
            <a:r>
              <a:rPr dirty="0" sz="2700"/>
              <a:t>•</a:t>
            </a:r>
            <a:r>
              <a:rPr dirty="0" sz="2700" spc="-305"/>
              <a:t> </a:t>
            </a:r>
            <a:r>
              <a:rPr dirty="0" sz="2700" spc="-60"/>
              <a:t>Data</a:t>
            </a:r>
            <a:r>
              <a:rPr dirty="0" sz="2700" spc="-305"/>
              <a:t> </a:t>
            </a:r>
            <a:r>
              <a:rPr dirty="0" sz="2700" spc="-20"/>
              <a:t>Modeling</a:t>
            </a:r>
            <a:endParaRPr sz="2700"/>
          </a:p>
          <a:p>
            <a:pPr marL="256540" indent="-243840">
              <a:lnSpc>
                <a:spcPct val="100000"/>
              </a:lnSpc>
              <a:spcBef>
                <a:spcPts val="509"/>
              </a:spcBef>
              <a:buChar char="•"/>
              <a:tabLst>
                <a:tab pos="256540" algn="l"/>
              </a:tabLst>
            </a:pPr>
            <a:r>
              <a:rPr dirty="0" sz="2700" spc="-160"/>
              <a:t>DAX</a:t>
            </a:r>
            <a:r>
              <a:rPr dirty="0" sz="2700" spc="-315"/>
              <a:t> </a:t>
            </a:r>
            <a:r>
              <a:rPr dirty="0" sz="2700" spc="-10"/>
              <a:t>Calculations</a:t>
            </a:r>
            <a:endParaRPr sz="2700"/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700"/>
          </a:p>
          <a:p>
            <a:pPr marL="40640">
              <a:lnSpc>
                <a:spcPct val="100000"/>
              </a:lnSpc>
            </a:pPr>
            <a:r>
              <a:rPr dirty="0" spc="-250"/>
              <a:t>Business</a:t>
            </a:r>
            <a:r>
              <a:rPr dirty="0" spc="-560"/>
              <a:t> </a:t>
            </a:r>
            <a:r>
              <a:rPr dirty="0" spc="-10"/>
              <a:t>Analysis</a:t>
            </a:r>
          </a:p>
          <a:p>
            <a:pPr marL="40640" marR="815340">
              <a:lnSpc>
                <a:spcPct val="115700"/>
              </a:lnSpc>
              <a:spcBef>
                <a:spcPts val="365"/>
              </a:spcBef>
            </a:pPr>
            <a:r>
              <a:rPr dirty="0" sz="2700" spc="-45"/>
              <a:t>Dashboard</a:t>
            </a:r>
            <a:r>
              <a:rPr dirty="0" sz="2700" spc="-290"/>
              <a:t> </a:t>
            </a:r>
            <a:r>
              <a:rPr dirty="0" sz="2700" spc="-70"/>
              <a:t>Development</a:t>
            </a:r>
            <a:r>
              <a:rPr dirty="0" sz="2700" spc="-290"/>
              <a:t> </a:t>
            </a:r>
            <a:r>
              <a:rPr dirty="0" sz="2700"/>
              <a:t>•</a:t>
            </a:r>
            <a:r>
              <a:rPr dirty="0" sz="2700" spc="-285"/>
              <a:t> </a:t>
            </a:r>
            <a:r>
              <a:rPr dirty="0" sz="2700" spc="-310"/>
              <a:t>KPI</a:t>
            </a:r>
            <a:r>
              <a:rPr dirty="0" sz="2700" spc="-290"/>
              <a:t> </a:t>
            </a:r>
            <a:r>
              <a:rPr dirty="0" sz="2700" spc="-75"/>
              <a:t>Analysis</a:t>
            </a:r>
            <a:r>
              <a:rPr dirty="0" sz="2700" spc="-290"/>
              <a:t> </a:t>
            </a:r>
            <a:r>
              <a:rPr dirty="0" sz="2700" spc="-50"/>
              <a:t>• </a:t>
            </a:r>
            <a:r>
              <a:rPr dirty="0" sz="2700" spc="-130"/>
              <a:t>Business</a:t>
            </a:r>
            <a:r>
              <a:rPr dirty="0" sz="2700" spc="-290"/>
              <a:t> </a:t>
            </a:r>
            <a:r>
              <a:rPr dirty="0" sz="2700" spc="-10"/>
              <a:t>Insights</a:t>
            </a:r>
            <a:endParaRPr sz="2700"/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2700"/>
          </a:p>
          <a:p>
            <a:pPr marL="175895">
              <a:lnSpc>
                <a:spcPct val="100000"/>
              </a:lnSpc>
            </a:pPr>
            <a:r>
              <a:rPr dirty="0" spc="-210"/>
              <a:t>Strategic</a:t>
            </a:r>
            <a:r>
              <a:rPr dirty="0" spc="-525"/>
              <a:t> </a:t>
            </a:r>
            <a:r>
              <a:rPr dirty="0" spc="-10"/>
              <a:t>Outcome</a:t>
            </a:r>
          </a:p>
          <a:p>
            <a:pPr marL="40640" marR="1908810">
              <a:lnSpc>
                <a:spcPct val="115700"/>
              </a:lnSpc>
              <a:spcBef>
                <a:spcPts val="365"/>
              </a:spcBef>
            </a:pPr>
            <a:r>
              <a:rPr dirty="0" sz="2700" spc="-75"/>
              <a:t>Recommendations</a:t>
            </a:r>
            <a:r>
              <a:rPr dirty="0" sz="2700" spc="-275"/>
              <a:t> </a:t>
            </a:r>
            <a:r>
              <a:rPr dirty="0" sz="2700"/>
              <a:t>•</a:t>
            </a:r>
            <a:r>
              <a:rPr dirty="0" sz="2700" spc="-270"/>
              <a:t> </a:t>
            </a:r>
            <a:r>
              <a:rPr dirty="0" sz="2700" spc="-105"/>
              <a:t>Forecasting</a:t>
            </a:r>
            <a:r>
              <a:rPr dirty="0" sz="2700" spc="-275"/>
              <a:t> </a:t>
            </a:r>
            <a:r>
              <a:rPr dirty="0" sz="2700" spc="-50"/>
              <a:t>• </a:t>
            </a:r>
            <a:r>
              <a:rPr dirty="0" sz="2700" spc="-105"/>
              <a:t>Future</a:t>
            </a:r>
            <a:r>
              <a:rPr dirty="0" sz="2700" spc="-290"/>
              <a:t> </a:t>
            </a:r>
            <a:r>
              <a:rPr dirty="0" sz="2700" spc="-10"/>
              <a:t>Actions</a:t>
            </a:r>
            <a:endParaRPr sz="2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221" y="2245761"/>
              <a:ext cx="211251" cy="2112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2288" y="2254207"/>
              <a:ext cx="194341" cy="1943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3445" y="2262671"/>
              <a:ext cx="177450" cy="177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7711" y="2271116"/>
              <a:ext cx="160522" cy="1605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5048" y="2279581"/>
              <a:ext cx="143631" cy="1436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5495" y="2288026"/>
              <a:ext cx="126721" cy="12672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9032" y="2296472"/>
              <a:ext cx="109811" cy="1098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35659" y="2304936"/>
              <a:ext cx="92920" cy="929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5377" y="2313382"/>
              <a:ext cx="76010" cy="760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18203" y="2321827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89" h="59689">
                  <a:moveTo>
                    <a:pt x="29541" y="59101"/>
                  </a:moveTo>
                  <a:lnTo>
                    <a:pt x="18039" y="56780"/>
                  </a:lnTo>
                  <a:lnTo>
                    <a:pt x="8649" y="50451"/>
                  </a:lnTo>
                  <a:lnTo>
                    <a:pt x="2320" y="41061"/>
                  </a:lnTo>
                  <a:lnTo>
                    <a:pt x="0" y="29559"/>
                  </a:lnTo>
                  <a:lnTo>
                    <a:pt x="2320" y="18055"/>
                  </a:lnTo>
                  <a:lnTo>
                    <a:pt x="8649" y="8659"/>
                  </a:lnTo>
                  <a:lnTo>
                    <a:pt x="18039" y="2323"/>
                  </a:lnTo>
                  <a:lnTo>
                    <a:pt x="29541" y="0"/>
                  </a:lnTo>
                  <a:lnTo>
                    <a:pt x="41046" y="2323"/>
                  </a:lnTo>
                  <a:lnTo>
                    <a:pt x="50442" y="8659"/>
                  </a:lnTo>
                  <a:lnTo>
                    <a:pt x="56777" y="18055"/>
                  </a:lnTo>
                  <a:lnTo>
                    <a:pt x="59101" y="29559"/>
                  </a:lnTo>
                  <a:lnTo>
                    <a:pt x="56777" y="41061"/>
                  </a:lnTo>
                  <a:lnTo>
                    <a:pt x="50442" y="50451"/>
                  </a:lnTo>
                  <a:lnTo>
                    <a:pt x="41046" y="56780"/>
                  </a:lnTo>
                  <a:lnTo>
                    <a:pt x="29541" y="591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776" y="4807687"/>
              <a:ext cx="207954" cy="887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776" y="5435174"/>
              <a:ext cx="207954" cy="887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776" y="6062660"/>
              <a:ext cx="207954" cy="887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776" y="6691311"/>
              <a:ext cx="207954" cy="887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776" y="7319960"/>
              <a:ext cx="207954" cy="8872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96782" y="2959301"/>
              <a:ext cx="6886574" cy="4505324"/>
            </a:xfrm>
            <a:prstGeom prst="rect">
              <a:avLst/>
            </a:prstGeom>
          </p:spPr>
        </p:pic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880061" y="1065357"/>
            <a:ext cx="508762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About</a:t>
            </a:r>
            <a:r>
              <a:rPr dirty="0" spc="-285"/>
              <a:t> </a:t>
            </a:r>
            <a:r>
              <a:rPr dirty="0" spc="-10"/>
              <a:t>LifeTech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0076" y="3237466"/>
            <a:ext cx="14364969" cy="557974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 marR="4769485">
              <a:lnSpc>
                <a:spcPts val="3600"/>
              </a:lnSpc>
              <a:spcBef>
                <a:spcPts val="520"/>
              </a:spcBef>
            </a:pPr>
            <a:r>
              <a:rPr dirty="0" sz="3300" spc="-245">
                <a:solidFill>
                  <a:srgbClr val="F1F1F1"/>
                </a:solidFill>
                <a:latin typeface="Arial Black"/>
                <a:cs typeface="Arial Black"/>
              </a:rPr>
              <a:t>LifeTech</a:t>
            </a:r>
            <a:r>
              <a:rPr dirty="0" sz="3300" spc="-37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 spc="-165">
                <a:solidFill>
                  <a:srgbClr val="F1F1F1"/>
                </a:solidFill>
                <a:latin typeface="Arial Black"/>
                <a:cs typeface="Arial Black"/>
              </a:rPr>
              <a:t>is</a:t>
            </a:r>
            <a:r>
              <a:rPr dirty="0" sz="3300" spc="-37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>
                <a:solidFill>
                  <a:srgbClr val="F1F1F1"/>
                </a:solidFill>
                <a:latin typeface="Arial Black"/>
                <a:cs typeface="Arial Black"/>
              </a:rPr>
              <a:t>a</a:t>
            </a:r>
            <a:r>
              <a:rPr dirty="0" sz="3300" spc="-37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 spc="-50">
                <a:solidFill>
                  <a:srgbClr val="F1F1F1"/>
                </a:solidFill>
                <a:latin typeface="Arial Black"/>
                <a:cs typeface="Arial Black"/>
              </a:rPr>
              <a:t>smart</a:t>
            </a:r>
            <a:r>
              <a:rPr dirty="0" sz="3300" spc="-37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 spc="-35">
                <a:solidFill>
                  <a:srgbClr val="F1F1F1"/>
                </a:solidFill>
                <a:latin typeface="Arial Black"/>
                <a:cs typeface="Arial Black"/>
              </a:rPr>
              <a:t>home</a:t>
            </a:r>
            <a:r>
              <a:rPr dirty="0" sz="3300" spc="-37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 spc="-114">
                <a:solidFill>
                  <a:srgbClr val="F1F1F1"/>
                </a:solidFill>
                <a:latin typeface="Arial Black"/>
                <a:cs typeface="Arial Black"/>
              </a:rPr>
              <a:t>solutions</a:t>
            </a:r>
            <a:r>
              <a:rPr dirty="0" sz="3300" spc="-36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 spc="-10">
                <a:solidFill>
                  <a:srgbClr val="F1F1F1"/>
                </a:solidFill>
                <a:latin typeface="Arial Black"/>
                <a:cs typeface="Arial Black"/>
              </a:rPr>
              <a:t>company </a:t>
            </a:r>
            <a:r>
              <a:rPr dirty="0" sz="3300" spc="-114">
                <a:solidFill>
                  <a:srgbClr val="F1F1F1"/>
                </a:solidFill>
                <a:latin typeface="Arial Black"/>
                <a:cs typeface="Arial Black"/>
              </a:rPr>
              <a:t>specializing</a:t>
            </a:r>
            <a:r>
              <a:rPr dirty="0" sz="3300" spc="-3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 spc="-65">
                <a:solidFill>
                  <a:srgbClr val="F1F1F1"/>
                </a:solidFill>
                <a:latin typeface="Arial Black"/>
                <a:cs typeface="Arial Black"/>
              </a:rPr>
              <a:t>in</a:t>
            </a:r>
            <a:r>
              <a:rPr dirty="0" sz="3300" spc="-3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300" spc="-50">
                <a:solidFill>
                  <a:srgbClr val="F1F1F1"/>
                </a:solidFill>
                <a:latin typeface="Arial Black"/>
                <a:cs typeface="Arial Black"/>
              </a:rPr>
              <a:t>:</a:t>
            </a:r>
            <a:endParaRPr sz="3300">
              <a:latin typeface="Arial Black"/>
              <a:cs typeface="Arial Black"/>
            </a:endParaRPr>
          </a:p>
          <a:p>
            <a:pPr marL="490855" marR="10888345">
              <a:lnSpc>
                <a:spcPct val="137300"/>
              </a:lnSpc>
              <a:spcBef>
                <a:spcPts val="1310"/>
              </a:spcBef>
            </a:pPr>
            <a:r>
              <a:rPr dirty="0" sz="3000" spc="120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30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Lucida Sans Unicode"/>
                <a:cs typeface="Lucida Sans Unicode"/>
              </a:rPr>
              <a:t>Lighting </a:t>
            </a:r>
            <a:r>
              <a:rPr dirty="0" sz="3000" spc="95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r>
              <a:rPr dirty="0" sz="30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45">
                <a:solidFill>
                  <a:srgbClr val="FFFFFF"/>
                </a:solidFill>
                <a:latin typeface="Lucida Sans Unicode"/>
                <a:cs typeface="Lucida Sans Unicode"/>
              </a:rPr>
              <a:t>Cinema </a:t>
            </a:r>
            <a:r>
              <a:rPr dirty="0" sz="3000" spc="120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30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FFFFFF"/>
                </a:solidFill>
                <a:latin typeface="Lucida Sans Unicode"/>
                <a:cs typeface="Lucida Sans Unicode"/>
              </a:rPr>
              <a:t>HVAC </a:t>
            </a:r>
            <a:r>
              <a:rPr dirty="0" sz="3000" spc="-85">
                <a:solidFill>
                  <a:srgbClr val="FFFFFF"/>
                </a:solidFill>
                <a:latin typeface="Lucida Sans Unicode"/>
                <a:cs typeface="Lucida Sans Unicode"/>
              </a:rPr>
              <a:t>Full</a:t>
            </a:r>
            <a:r>
              <a:rPr dirty="0" sz="30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45">
                <a:solidFill>
                  <a:srgbClr val="FFFFFF"/>
                </a:solidFill>
                <a:latin typeface="Lucida Sans Unicode"/>
                <a:cs typeface="Lucida Sans Unicode"/>
              </a:rPr>
              <a:t>Automation</a:t>
            </a:r>
            <a:endParaRPr sz="3000">
              <a:latin typeface="Lucida Sans Unicode"/>
              <a:cs typeface="Lucida Sans Unicode"/>
            </a:endParaRPr>
          </a:p>
          <a:p>
            <a:pPr marL="490855">
              <a:lnSpc>
                <a:spcPct val="100000"/>
              </a:lnSpc>
              <a:spcBef>
                <a:spcPts val="1350"/>
              </a:spcBef>
            </a:pPr>
            <a:r>
              <a:rPr dirty="0" sz="3000" spc="55">
                <a:solidFill>
                  <a:srgbClr val="FFFFFF"/>
                </a:solidFill>
                <a:latin typeface="Lucida Sans Unicode"/>
                <a:cs typeface="Lucida Sans Unicode"/>
              </a:rPr>
              <a:t>Security</a:t>
            </a:r>
            <a:r>
              <a:rPr dirty="0" sz="30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90">
                <a:solidFill>
                  <a:srgbClr val="FFFFFF"/>
                </a:solidFill>
                <a:latin typeface="Lucida Sans Unicode"/>
                <a:cs typeface="Lucida Sans Unicode"/>
              </a:rPr>
              <a:t>Systems</a:t>
            </a:r>
            <a:endParaRPr sz="3000">
              <a:latin typeface="Lucida Sans Unicode"/>
              <a:cs typeface="Lucida Sans Unicode"/>
            </a:endParaRPr>
          </a:p>
          <a:p>
            <a:pPr marL="12700">
              <a:lnSpc>
                <a:spcPts val="2520"/>
              </a:lnSpc>
              <a:spcBef>
                <a:spcPts val="2635"/>
              </a:spcBef>
            </a:pP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-5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30">
                <a:solidFill>
                  <a:srgbClr val="F1F1F1"/>
                </a:solidFill>
                <a:latin typeface="Lucida Sans Unicode"/>
                <a:cs typeface="Lucida Sans Unicode"/>
              </a:rPr>
              <a:t>company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0">
                <a:solidFill>
                  <a:srgbClr val="F1F1F1"/>
                </a:solidFill>
                <a:latin typeface="Lucida Sans Unicode"/>
                <a:cs typeface="Lucida Sans Unicode"/>
              </a:rPr>
              <a:t>operates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through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multiple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65">
                <a:solidFill>
                  <a:srgbClr val="F1F1F1"/>
                </a:solidFill>
                <a:latin typeface="Lucida Sans Unicode"/>
                <a:cs typeface="Lucida Sans Unicode"/>
              </a:rPr>
              <a:t>sales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30">
                <a:solidFill>
                  <a:srgbClr val="F1F1F1"/>
                </a:solidFill>
                <a:latin typeface="Lucida Sans Unicode"/>
                <a:cs typeface="Lucida Sans Unicode"/>
              </a:rPr>
              <a:t>and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marketing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F1F1F1"/>
                </a:solidFill>
                <a:latin typeface="Lucida Sans Unicode"/>
                <a:cs typeface="Lucida Sans Unicode"/>
              </a:rPr>
              <a:t>channels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F1F1F1"/>
                </a:solidFill>
                <a:latin typeface="Lucida Sans Unicode"/>
                <a:cs typeface="Lucida Sans Unicode"/>
              </a:rPr>
              <a:t>across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different</a:t>
            </a:r>
            <a:r>
              <a:rPr dirty="0" sz="2200" spc="-5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F1F1F1"/>
                </a:solidFill>
                <a:latin typeface="Lucida Sans Unicode"/>
                <a:cs typeface="Lucida Sans Unicode"/>
              </a:rPr>
              <a:t>cities.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ts val="2400"/>
              </a:lnSpc>
              <a:spcBef>
                <a:spcPts val="160"/>
              </a:spcBef>
            </a:pPr>
            <a:r>
              <a:rPr dirty="0" sz="2200" spc="-30">
                <a:solidFill>
                  <a:srgbClr val="F1F1F1"/>
                </a:solidFill>
                <a:latin typeface="Lucida Sans Unicode"/>
                <a:cs typeface="Lucida Sans Unicode"/>
              </a:rPr>
              <a:t>Its</a:t>
            </a:r>
            <a:r>
              <a:rPr dirty="0" sz="2200" spc="-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business operations rely</a:t>
            </a:r>
            <a:r>
              <a:rPr dirty="0" sz="2200" spc="-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55">
                <a:solidFill>
                  <a:srgbClr val="F1F1F1"/>
                </a:solidFill>
                <a:latin typeface="Lucida Sans Unicode"/>
                <a:cs typeface="Lucida Sans Unicode"/>
              </a:rPr>
              <a:t>heavily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 on CRM systems,</a:t>
            </a:r>
            <a:r>
              <a:rPr dirty="0" sz="2200" spc="-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65">
                <a:solidFill>
                  <a:srgbClr val="F1F1F1"/>
                </a:solidFill>
                <a:latin typeface="Lucida Sans Unicode"/>
                <a:cs typeface="Lucida Sans Unicode"/>
              </a:rPr>
              <a:t>sales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 tracking, </a:t>
            </a:r>
            <a:r>
              <a:rPr dirty="0" sz="2200" spc="60">
                <a:solidFill>
                  <a:srgbClr val="F1F1F1"/>
                </a:solidFill>
                <a:latin typeface="Lucida Sans Unicode"/>
                <a:cs typeface="Lucida Sans Unicode"/>
              </a:rPr>
              <a:t>customer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 feedback,</a:t>
            </a:r>
            <a:r>
              <a:rPr dirty="0" sz="2200" spc="-5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30">
                <a:solidFill>
                  <a:srgbClr val="F1F1F1"/>
                </a:solidFill>
                <a:latin typeface="Lucida Sans Unicode"/>
                <a:cs typeface="Lucida Sans Unicode"/>
              </a:rPr>
              <a:t>and</a:t>
            </a:r>
            <a:r>
              <a:rPr dirty="0" sz="220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F1F1F1"/>
                </a:solidFill>
                <a:latin typeface="Lucida Sans Unicode"/>
                <a:cs typeface="Lucida Sans Unicode"/>
              </a:rPr>
              <a:t>marketing </a:t>
            </a:r>
            <a:r>
              <a:rPr dirty="0" sz="2200" spc="75">
                <a:solidFill>
                  <a:srgbClr val="F1F1F1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200" spc="-100">
                <a:solidFill>
                  <a:srgbClr val="F1F1F1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F1F1F1"/>
                </a:solidFill>
                <a:latin typeface="Lucida Sans Unicode"/>
                <a:cs typeface="Lucida Sans Unicode"/>
              </a:rPr>
              <a:t>monitoring.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437" y="1705325"/>
            <a:ext cx="195161" cy="190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4046" y="1712918"/>
            <a:ext cx="179539" cy="1795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7034" y="1720737"/>
            <a:ext cx="163935" cy="1639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4416" y="1728540"/>
            <a:ext cx="148296" cy="1483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76160" y="1736359"/>
            <a:ext cx="132691" cy="1326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92816" y="1751964"/>
            <a:ext cx="101448" cy="1014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92299" y="1744161"/>
            <a:ext cx="117069" cy="11706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77711" y="1759783"/>
            <a:ext cx="85843" cy="8582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46985" y="1767585"/>
            <a:ext cx="70221" cy="7022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4500654" y="177538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291" y="54599"/>
                </a:moveTo>
                <a:lnTo>
                  <a:pt x="16665" y="52455"/>
                </a:lnTo>
                <a:lnTo>
                  <a:pt x="7991" y="46608"/>
                </a:lnTo>
                <a:lnTo>
                  <a:pt x="2143" y="37934"/>
                </a:lnTo>
                <a:lnTo>
                  <a:pt x="0" y="27308"/>
                </a:lnTo>
                <a:lnTo>
                  <a:pt x="2143" y="16679"/>
                </a:lnTo>
                <a:lnTo>
                  <a:pt x="7991" y="7999"/>
                </a:lnTo>
                <a:lnTo>
                  <a:pt x="16665" y="2146"/>
                </a:lnTo>
                <a:lnTo>
                  <a:pt x="27291" y="0"/>
                </a:lnTo>
                <a:lnTo>
                  <a:pt x="37919" y="2146"/>
                </a:lnTo>
                <a:lnTo>
                  <a:pt x="46600" y="7999"/>
                </a:lnTo>
                <a:lnTo>
                  <a:pt x="52453" y="16679"/>
                </a:lnTo>
                <a:lnTo>
                  <a:pt x="54599" y="27308"/>
                </a:lnTo>
                <a:lnTo>
                  <a:pt x="52453" y="37934"/>
                </a:lnTo>
                <a:lnTo>
                  <a:pt x="46600" y="46608"/>
                </a:lnTo>
                <a:lnTo>
                  <a:pt x="37919" y="52455"/>
                </a:lnTo>
                <a:lnTo>
                  <a:pt x="27291" y="54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2776" y="3463212"/>
            <a:ext cx="164390" cy="7013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2776" y="3959247"/>
            <a:ext cx="164390" cy="7013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2776" y="4455283"/>
            <a:ext cx="164390" cy="7013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2776" y="4952236"/>
            <a:ext cx="164390" cy="7013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2776" y="5449191"/>
            <a:ext cx="164390" cy="7013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198284" y="4251710"/>
            <a:ext cx="5481580" cy="451354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857559" y="7381029"/>
            <a:ext cx="129970" cy="14078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857559" y="7698593"/>
            <a:ext cx="129970" cy="14078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857559" y="8016157"/>
            <a:ext cx="129970" cy="14078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857559" y="8333647"/>
            <a:ext cx="129970" cy="14086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7857559" y="8651211"/>
            <a:ext cx="129970" cy="14078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857559" y="8969076"/>
            <a:ext cx="129970" cy="14078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897804" y="9928531"/>
            <a:ext cx="141089" cy="12997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580240" y="9928531"/>
            <a:ext cx="140789" cy="12997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262675" y="9928531"/>
            <a:ext cx="140864" cy="12997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945186" y="9928531"/>
            <a:ext cx="140789" cy="12997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627621" y="9928531"/>
            <a:ext cx="140789" cy="12997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310057" y="9928531"/>
            <a:ext cx="140789" cy="12997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857559" y="9195962"/>
            <a:ext cx="129970" cy="12997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7857559" y="9488956"/>
            <a:ext cx="129970" cy="12997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711060" y="9782032"/>
            <a:ext cx="276469" cy="27646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418062" y="9928531"/>
            <a:ext cx="129974" cy="12997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124990" y="9928531"/>
            <a:ext cx="129970" cy="129970"/>
          </a:xfrm>
          <a:prstGeom prst="rect">
            <a:avLst/>
          </a:prstGeom>
        </p:spPr>
      </p:pic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740076" y="680482"/>
            <a:ext cx="6172835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50" spc="125"/>
              <a:t>Business</a:t>
            </a:r>
            <a:r>
              <a:rPr dirty="0" sz="5450" spc="-300"/>
              <a:t> </a:t>
            </a:r>
            <a:r>
              <a:rPr dirty="0" sz="5450" spc="145"/>
              <a:t>Problem</a:t>
            </a:r>
            <a:endParaRPr sz="5450"/>
          </a:p>
        </p:txBody>
      </p:sp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4971" y="6905916"/>
            <a:ext cx="164390" cy="7013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4971" y="7401951"/>
            <a:ext cx="164390" cy="7013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4971" y="7897987"/>
            <a:ext cx="164390" cy="7013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4971" y="8394941"/>
            <a:ext cx="164390" cy="7013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4971" y="8891896"/>
            <a:ext cx="164390" cy="7013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4971" y="9388661"/>
            <a:ext cx="164390" cy="70139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740076" y="2083185"/>
            <a:ext cx="14776450" cy="748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100"/>
              </a:spcBef>
            </a:pPr>
            <a:r>
              <a:rPr dirty="0" sz="2300" spc="-105">
                <a:solidFill>
                  <a:srgbClr val="F1F1F1"/>
                </a:solidFill>
                <a:latin typeface="Arial Black"/>
                <a:cs typeface="Arial Black"/>
              </a:rPr>
              <a:t>Despite</a:t>
            </a:r>
            <a:r>
              <a:rPr dirty="0" sz="2300" spc="-25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10">
                <a:solidFill>
                  <a:srgbClr val="F1F1F1"/>
                </a:solidFill>
                <a:latin typeface="Arial Black"/>
                <a:cs typeface="Arial Black"/>
              </a:rPr>
              <a:t>having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>
                <a:solidFill>
                  <a:srgbClr val="F1F1F1"/>
                </a:solidFill>
                <a:latin typeface="Arial Black"/>
                <a:cs typeface="Arial Black"/>
              </a:rPr>
              <a:t>a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145">
                <a:solidFill>
                  <a:srgbClr val="F1F1F1"/>
                </a:solidFill>
                <a:latin typeface="Arial Black"/>
                <a:cs typeface="Arial Black"/>
              </a:rPr>
              <a:t>CRM</a:t>
            </a:r>
            <a:r>
              <a:rPr dirty="0" sz="2300" spc="-25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70">
                <a:solidFill>
                  <a:srgbClr val="F1F1F1"/>
                </a:solidFill>
                <a:latin typeface="Arial Black"/>
                <a:cs typeface="Arial Black"/>
              </a:rPr>
              <a:t>system,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170">
                <a:solidFill>
                  <a:srgbClr val="F1F1F1"/>
                </a:solidFill>
                <a:latin typeface="Arial Black"/>
                <a:cs typeface="Arial Black"/>
              </a:rPr>
              <a:t>LifeTech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75">
                <a:solidFill>
                  <a:srgbClr val="F1F1F1"/>
                </a:solidFill>
                <a:latin typeface="Arial Black"/>
                <a:cs typeface="Arial Black"/>
              </a:rPr>
              <a:t>faced</a:t>
            </a:r>
            <a:r>
              <a:rPr dirty="0" sz="2300" spc="-25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25">
                <a:solidFill>
                  <a:srgbClr val="F1F1F1"/>
                </a:solidFill>
                <a:latin typeface="Arial Black"/>
                <a:cs typeface="Arial Black"/>
              </a:rPr>
              <a:t>major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80">
                <a:solidFill>
                  <a:srgbClr val="F1F1F1"/>
                </a:solidFill>
                <a:latin typeface="Arial Black"/>
                <a:cs typeface="Arial Black"/>
              </a:rPr>
              <a:t>challenges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55">
                <a:solidFill>
                  <a:srgbClr val="F1F1F1"/>
                </a:solidFill>
                <a:latin typeface="Arial Black"/>
                <a:cs typeface="Arial Black"/>
              </a:rPr>
              <a:t>in</a:t>
            </a:r>
            <a:r>
              <a:rPr dirty="0" sz="2300" spc="-25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25">
                <a:solidFill>
                  <a:srgbClr val="F1F1F1"/>
                </a:solidFill>
                <a:latin typeface="Arial Black"/>
                <a:cs typeface="Arial Black"/>
              </a:rPr>
              <a:t>data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60">
                <a:solidFill>
                  <a:srgbClr val="F1F1F1"/>
                </a:solidFill>
                <a:latin typeface="Arial Black"/>
                <a:cs typeface="Arial Black"/>
              </a:rPr>
              <a:t>organization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>
                <a:solidFill>
                  <a:srgbClr val="F1F1F1"/>
                </a:solidFill>
                <a:latin typeface="Arial Black"/>
                <a:cs typeface="Arial Black"/>
              </a:rPr>
              <a:t>and</a:t>
            </a:r>
            <a:r>
              <a:rPr dirty="0" sz="2300" spc="-25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10">
                <a:solidFill>
                  <a:srgbClr val="F1F1F1"/>
                </a:solidFill>
                <a:latin typeface="Arial Black"/>
                <a:cs typeface="Arial Black"/>
              </a:rPr>
              <a:t>reporting. </a:t>
            </a:r>
            <a:r>
              <a:rPr dirty="0" sz="2300" spc="-120">
                <a:solidFill>
                  <a:srgbClr val="F1F1F1"/>
                </a:solidFill>
                <a:latin typeface="Arial Black"/>
                <a:cs typeface="Arial Black"/>
              </a:rPr>
              <a:t>Business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25">
                <a:solidFill>
                  <a:srgbClr val="F1F1F1"/>
                </a:solidFill>
                <a:latin typeface="Arial Black"/>
                <a:cs typeface="Arial Black"/>
              </a:rPr>
              <a:t>data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114">
                <a:solidFill>
                  <a:srgbClr val="F1F1F1"/>
                </a:solidFill>
                <a:latin typeface="Arial Black"/>
                <a:cs typeface="Arial Black"/>
              </a:rPr>
              <a:t>was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85">
                <a:solidFill>
                  <a:srgbClr val="F1F1F1"/>
                </a:solidFill>
                <a:latin typeface="Arial Black"/>
                <a:cs typeface="Arial Black"/>
              </a:rPr>
              <a:t>stored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55">
                <a:solidFill>
                  <a:srgbClr val="F1F1F1"/>
                </a:solidFill>
                <a:latin typeface="Arial Black"/>
                <a:cs typeface="Arial Black"/>
              </a:rPr>
              <a:t>in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55">
                <a:solidFill>
                  <a:srgbClr val="F1F1F1"/>
                </a:solidFill>
                <a:latin typeface="Arial Black"/>
                <a:cs typeface="Arial Black"/>
              </a:rPr>
              <a:t>multiple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65">
                <a:solidFill>
                  <a:srgbClr val="F1F1F1"/>
                </a:solidFill>
                <a:latin typeface="Arial Black"/>
                <a:cs typeface="Arial Black"/>
              </a:rPr>
              <a:t>unstructured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210">
                <a:solidFill>
                  <a:srgbClr val="F1F1F1"/>
                </a:solidFill>
                <a:latin typeface="Arial Black"/>
                <a:cs typeface="Arial Black"/>
              </a:rPr>
              <a:t>Excel</a:t>
            </a:r>
            <a:r>
              <a:rPr dirty="0" sz="2300" spc="-24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110">
                <a:solidFill>
                  <a:srgbClr val="F1F1F1"/>
                </a:solidFill>
                <a:latin typeface="Arial Black"/>
                <a:cs typeface="Arial Black"/>
              </a:rPr>
              <a:t>files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10">
                <a:solidFill>
                  <a:srgbClr val="F1F1F1"/>
                </a:solidFill>
                <a:latin typeface="Arial Black"/>
                <a:cs typeface="Arial Black"/>
              </a:rPr>
              <a:t>containing:</a:t>
            </a:r>
            <a:endParaRPr sz="2300">
              <a:latin typeface="Arial Black"/>
              <a:cs typeface="Arial Black"/>
            </a:endParaRPr>
          </a:p>
          <a:p>
            <a:pPr marL="390525" marR="11290300">
              <a:lnSpc>
                <a:spcPct val="138500"/>
              </a:lnSpc>
              <a:spcBef>
                <a:spcPts val="480"/>
              </a:spcBef>
            </a:pP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Inconsistent</a:t>
            </a:r>
            <a:r>
              <a:rPr dirty="0" sz="2350" spc="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formats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Missing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75">
                <a:solidFill>
                  <a:srgbClr val="FFFFFF"/>
                </a:solidFill>
                <a:latin typeface="Lucida Sans Unicode"/>
                <a:cs typeface="Lucida Sans Unicode"/>
              </a:rPr>
              <a:t>values 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Duplicate</a:t>
            </a:r>
            <a:r>
              <a:rPr dirty="0" sz="23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45">
                <a:solidFill>
                  <a:srgbClr val="FFFFFF"/>
                </a:solidFill>
                <a:latin typeface="Lucida Sans Unicode"/>
                <a:cs typeface="Lucida Sans Unicode"/>
              </a:rPr>
              <a:t>records</a:t>
            </a:r>
            <a:endParaRPr sz="2350">
              <a:latin typeface="Lucida Sans Unicode"/>
              <a:cs typeface="Lucida Sans Unicode"/>
            </a:endParaRPr>
          </a:p>
          <a:p>
            <a:pPr marL="390525">
              <a:lnSpc>
                <a:spcPct val="100000"/>
              </a:lnSpc>
              <a:spcBef>
                <a:spcPts val="1090"/>
              </a:spcBef>
            </a:pPr>
            <a:r>
              <a:rPr dirty="0" sz="2350" spc="65">
                <a:solidFill>
                  <a:srgbClr val="FFFFFF"/>
                </a:solidFill>
                <a:latin typeface="Lucida Sans Unicode"/>
                <a:cs typeface="Lucida Sans Unicode"/>
              </a:rPr>
              <a:t>Unclear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85">
                <a:solidFill>
                  <a:srgbClr val="FFFFFF"/>
                </a:solidFill>
                <a:latin typeface="Lucida Sans Unicode"/>
                <a:cs typeface="Lucida Sans Unicode"/>
              </a:rPr>
              <a:t>column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structures</a:t>
            </a:r>
            <a:endParaRPr sz="2350">
              <a:latin typeface="Lucida Sans Unicode"/>
              <a:cs typeface="Lucida Sans Unicode"/>
            </a:endParaRPr>
          </a:p>
          <a:p>
            <a:pPr marL="390525">
              <a:lnSpc>
                <a:spcPct val="100000"/>
              </a:lnSpc>
              <a:spcBef>
                <a:spcPts val="1095"/>
              </a:spcBef>
            </a:pP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Poor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integration</a:t>
            </a:r>
            <a:r>
              <a:rPr dirty="0" sz="2350" spc="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datasets</a:t>
            </a:r>
            <a:endParaRPr sz="2350">
              <a:latin typeface="Lucida Sans Unicode"/>
              <a:cs typeface="Lucida Sans Unicode"/>
            </a:endParaRPr>
          </a:p>
          <a:p>
            <a:pPr marL="94615">
              <a:lnSpc>
                <a:spcPct val="100000"/>
              </a:lnSpc>
              <a:spcBef>
                <a:spcPts val="3470"/>
              </a:spcBef>
            </a:pPr>
            <a:r>
              <a:rPr dirty="0" sz="2300" spc="-125">
                <a:solidFill>
                  <a:srgbClr val="F1F1F1"/>
                </a:solidFill>
                <a:latin typeface="Arial Black"/>
                <a:cs typeface="Arial Black"/>
              </a:rPr>
              <a:t>As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>
                <a:solidFill>
                  <a:srgbClr val="F1F1F1"/>
                </a:solidFill>
                <a:latin typeface="Arial Black"/>
                <a:cs typeface="Arial Black"/>
              </a:rPr>
              <a:t>a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95">
                <a:solidFill>
                  <a:srgbClr val="F1F1F1"/>
                </a:solidFill>
                <a:latin typeface="Arial Black"/>
                <a:cs typeface="Arial Black"/>
              </a:rPr>
              <a:t>result,</a:t>
            </a:r>
            <a:r>
              <a:rPr dirty="0" sz="2300" spc="-2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85">
                <a:solidFill>
                  <a:srgbClr val="F1F1F1"/>
                </a:solidFill>
                <a:latin typeface="Arial Black"/>
                <a:cs typeface="Arial Black"/>
              </a:rPr>
              <a:t>the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20">
                <a:solidFill>
                  <a:srgbClr val="F1F1F1"/>
                </a:solidFill>
                <a:latin typeface="Arial Black"/>
                <a:cs typeface="Arial Black"/>
              </a:rPr>
              <a:t>company</a:t>
            </a:r>
            <a:r>
              <a:rPr dirty="0" sz="2300" spc="-2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60">
                <a:solidFill>
                  <a:srgbClr val="F1F1F1"/>
                </a:solidFill>
                <a:latin typeface="Arial Black"/>
                <a:cs typeface="Arial Black"/>
              </a:rPr>
              <a:t>struggled</a:t>
            </a:r>
            <a:r>
              <a:rPr dirty="0" sz="2300" spc="-2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2300" spc="-25">
                <a:solidFill>
                  <a:srgbClr val="F1F1F1"/>
                </a:solidFill>
                <a:latin typeface="Arial Black"/>
                <a:cs typeface="Arial Black"/>
              </a:rPr>
              <a:t>to:</a:t>
            </a:r>
            <a:endParaRPr sz="2300">
              <a:latin typeface="Arial Black"/>
              <a:cs typeface="Arial Black"/>
            </a:endParaRPr>
          </a:p>
          <a:p>
            <a:pPr marL="473075" marR="10013950">
              <a:lnSpc>
                <a:spcPct val="138600"/>
              </a:lnSpc>
              <a:spcBef>
                <a:spcPts val="1330"/>
              </a:spcBef>
            </a:pPr>
            <a:r>
              <a:rPr dirty="0" sz="2350" spc="95">
                <a:solidFill>
                  <a:srgbClr val="FFFFFF"/>
                </a:solidFill>
                <a:latin typeface="Lucida Sans Unicode"/>
                <a:cs typeface="Lucida Sans Unicode"/>
              </a:rPr>
              <a:t>Generate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35">
                <a:solidFill>
                  <a:srgbClr val="FFFFFF"/>
                </a:solidFill>
                <a:latin typeface="Lucida Sans Unicode"/>
                <a:cs typeface="Lucida Sans Unicode"/>
              </a:rPr>
              <a:t>accurate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reports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Track</a:t>
            </a:r>
            <a:r>
              <a:rPr dirty="0" sz="235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235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75">
                <a:solidFill>
                  <a:srgbClr val="FFFFFF"/>
                </a:solidFill>
                <a:latin typeface="Lucida Sans Unicode"/>
                <a:cs typeface="Lucida Sans Unicode"/>
              </a:rPr>
              <a:t>performance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Analyze</a:t>
            </a:r>
            <a:r>
              <a:rPr dirty="0" sz="23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7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3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60">
                <a:solidFill>
                  <a:srgbClr val="FFFFFF"/>
                </a:solidFill>
                <a:latin typeface="Lucida Sans Unicode"/>
                <a:cs typeface="Lucida Sans Unicode"/>
              </a:rPr>
              <a:t>behavior 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Identify</a:t>
            </a:r>
            <a:r>
              <a:rPr dirty="0" sz="23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35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issues</a:t>
            </a:r>
            <a:endParaRPr sz="2350">
              <a:latin typeface="Lucida Sans Unicode"/>
              <a:cs typeface="Lucida Sans Unicode"/>
            </a:endParaRPr>
          </a:p>
          <a:p>
            <a:pPr marL="473075" marR="9874250">
              <a:lnSpc>
                <a:spcPct val="138700"/>
              </a:lnSpc>
              <a:spcBef>
                <a:spcPts val="5"/>
              </a:spcBef>
            </a:pPr>
            <a:r>
              <a:rPr dirty="0" sz="2350" spc="105">
                <a:solidFill>
                  <a:srgbClr val="FFFFFF"/>
                </a:solidFill>
                <a:latin typeface="Lucida Sans Unicode"/>
                <a:cs typeface="Lucida Sans Unicode"/>
              </a:rPr>
              <a:t>Create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forecasting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70">
                <a:solidFill>
                  <a:srgbClr val="FFFFFF"/>
                </a:solidFill>
                <a:latin typeface="Lucida Sans Unicode"/>
                <a:cs typeface="Lucida Sans Unicode"/>
              </a:rPr>
              <a:t>models Enable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20">
                <a:solidFill>
                  <a:srgbClr val="FFFFFF"/>
                </a:solidFill>
                <a:latin typeface="Lucida Sans Unicode"/>
                <a:cs typeface="Lucida Sans Unicode"/>
              </a:rPr>
              <a:t>data-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driven</a:t>
            </a:r>
            <a:r>
              <a:rPr dirty="0" sz="235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35">
                <a:solidFill>
                  <a:srgbClr val="FFFFFF"/>
                </a:solidFill>
                <a:latin typeface="Lucida Sans Unicode"/>
                <a:cs typeface="Lucida Sans Unicode"/>
              </a:rPr>
              <a:t>decisions</a:t>
            </a:r>
            <a:endParaRPr sz="2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193" y="2258031"/>
            <a:ext cx="148978" cy="148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6543" y="2263987"/>
            <a:ext cx="137053" cy="137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9969" y="2269956"/>
            <a:ext cx="125141" cy="1251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1482" y="2275912"/>
            <a:ext cx="113203" cy="1132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1058" y="2281881"/>
            <a:ext cx="101291" cy="1012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38721" y="2287837"/>
            <a:ext cx="89366" cy="893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44459" y="2293793"/>
            <a:ext cx="77441" cy="774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38272" y="2299762"/>
            <a:ext cx="65529" cy="6551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620161" y="2305718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90137" y="231167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4267867"/>
            <a:ext cx="187234" cy="7988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8700" y="4832832"/>
            <a:ext cx="187234" cy="7988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5963807"/>
            <a:ext cx="187234" cy="7988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5397796"/>
            <a:ext cx="187234" cy="7988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6572998"/>
            <a:ext cx="187234" cy="7988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8700" y="7137963"/>
            <a:ext cx="187234" cy="7988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7702927"/>
            <a:ext cx="187234" cy="7988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8268938"/>
            <a:ext cx="187234" cy="7988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352823" y="2167143"/>
            <a:ext cx="5276849" cy="5895974"/>
          </a:xfrm>
          <a:prstGeom prst="rect">
            <a:avLst/>
          </a:prstGeom>
        </p:spPr>
      </p:pic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970083" y="974090"/>
            <a:ext cx="622236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Project</a:t>
            </a:r>
            <a:r>
              <a:rPr dirty="0" spc="-285"/>
              <a:t> </a:t>
            </a:r>
            <a:r>
              <a:rPr dirty="0" spc="125"/>
              <a:t>Objectives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16000" y="2992710"/>
            <a:ext cx="7741284" cy="547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95">
                <a:solidFill>
                  <a:srgbClr val="F1F1F1"/>
                </a:solidFill>
                <a:latin typeface="Arial Black"/>
                <a:cs typeface="Arial Black"/>
              </a:rPr>
              <a:t>The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14">
                <a:solidFill>
                  <a:srgbClr val="F1F1F1"/>
                </a:solidFill>
                <a:latin typeface="Arial Black"/>
                <a:cs typeface="Arial Black"/>
              </a:rPr>
              <a:t>project</a:t>
            </a:r>
            <a:r>
              <a:rPr dirty="0" sz="3000" spc="-34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30">
                <a:solidFill>
                  <a:srgbClr val="F1F1F1"/>
                </a:solidFill>
                <a:latin typeface="Arial Black"/>
                <a:cs typeface="Arial Black"/>
              </a:rPr>
              <a:t>aimed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20">
                <a:solidFill>
                  <a:srgbClr val="F1F1F1"/>
                </a:solidFill>
                <a:latin typeface="Arial Black"/>
                <a:cs typeface="Arial Black"/>
              </a:rPr>
              <a:t>to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50">
                <a:solidFill>
                  <a:srgbClr val="F1F1F1"/>
                </a:solidFill>
                <a:latin typeface="Arial Black"/>
                <a:cs typeface="Arial Black"/>
              </a:rPr>
              <a:t>:</a:t>
            </a:r>
            <a:endParaRPr sz="3000">
              <a:latin typeface="Arial Black"/>
              <a:cs typeface="Arial Black"/>
            </a:endParaRPr>
          </a:p>
          <a:p>
            <a:pPr marL="443230" marR="205740">
              <a:lnSpc>
                <a:spcPct val="139500"/>
              </a:lnSpc>
              <a:spcBef>
                <a:spcPts val="3270"/>
              </a:spcBef>
            </a:pP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27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32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7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structured</a:t>
            </a:r>
            <a:r>
              <a:rPr dirty="0" sz="27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5">
                <a:solidFill>
                  <a:srgbClr val="FFFFFF"/>
                </a:solidFill>
                <a:latin typeface="Lucida Sans Unicode"/>
                <a:cs typeface="Lucida Sans Unicode"/>
              </a:rPr>
              <a:t>analytical</a:t>
            </a:r>
            <a:r>
              <a:rPr dirty="0" sz="27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40">
                <a:solidFill>
                  <a:srgbClr val="FFFFFF"/>
                </a:solidFill>
                <a:latin typeface="Lucida Sans Unicode"/>
                <a:cs typeface="Lucida Sans Unicode"/>
              </a:rPr>
              <a:t>environment </a:t>
            </a:r>
            <a:r>
              <a:rPr dirty="0" sz="2700" spc="120">
                <a:solidFill>
                  <a:srgbClr val="FFFFFF"/>
                </a:solidFill>
                <a:latin typeface="Lucida Sans Unicode"/>
                <a:cs typeface="Lucida Sans Unicode"/>
              </a:rPr>
              <a:t>Clean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 transform </a:t>
            </a:r>
            <a:r>
              <a:rPr dirty="0" sz="2700" spc="110">
                <a:solidFill>
                  <a:srgbClr val="FFFFFF"/>
                </a:solidFill>
                <a:latin typeface="Lucida Sans Unicode"/>
                <a:cs typeface="Lucida Sans Unicode"/>
              </a:rPr>
              <a:t>raw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 business </a:t>
            </a:r>
            <a:r>
              <a:rPr dirty="0" sz="2700" spc="160">
                <a:solidFill>
                  <a:srgbClr val="FFFFFF"/>
                </a:solidFill>
                <a:latin typeface="Lucida Sans Unicode"/>
                <a:cs typeface="Lucida Sans Unicode"/>
              </a:rPr>
              <a:t>data </a:t>
            </a:r>
            <a:r>
              <a:rPr dirty="0" sz="2700" spc="45">
                <a:solidFill>
                  <a:srgbClr val="FFFFFF"/>
                </a:solidFill>
                <a:latin typeface="Lucida Sans Unicode"/>
                <a:cs typeface="Lucida Sans Unicode"/>
              </a:rPr>
              <a:t>Develop</a:t>
            </a:r>
            <a:r>
              <a:rPr dirty="0" sz="27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5">
                <a:solidFill>
                  <a:srgbClr val="FFFFFF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27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0">
                <a:solidFill>
                  <a:srgbClr val="FFFFFF"/>
                </a:solidFill>
                <a:latin typeface="Lucida Sans Unicode"/>
                <a:cs typeface="Lucida Sans Unicode"/>
              </a:rPr>
              <a:t>dashboards</a:t>
            </a:r>
            <a:endParaRPr sz="2700">
              <a:latin typeface="Lucida Sans Unicode"/>
              <a:cs typeface="Lucida Sans Unicode"/>
            </a:endParaRPr>
          </a:p>
          <a:p>
            <a:pPr marL="443230">
              <a:lnSpc>
                <a:spcPct val="100000"/>
              </a:lnSpc>
              <a:spcBef>
                <a:spcPts val="1075"/>
              </a:spcBef>
            </a:pPr>
            <a:r>
              <a:rPr dirty="0" sz="2700" spc="60">
                <a:solidFill>
                  <a:srgbClr val="FFFFFF"/>
                </a:solidFill>
                <a:latin typeface="Lucida Sans Unicode"/>
                <a:cs typeface="Lucida Sans Unicode"/>
              </a:rPr>
              <a:t>Improve</a:t>
            </a:r>
            <a:r>
              <a:rPr dirty="0" sz="27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27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visibility</a:t>
            </a:r>
            <a:endParaRPr sz="2700">
              <a:latin typeface="Lucida Sans Unicode"/>
              <a:cs typeface="Lucida Sans Unicode"/>
            </a:endParaRPr>
          </a:p>
          <a:p>
            <a:pPr marL="443230" marR="5080">
              <a:lnSpc>
                <a:spcPct val="137400"/>
              </a:lnSpc>
              <a:spcBef>
                <a:spcPts val="345"/>
              </a:spcBef>
            </a:pP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Analyze</a:t>
            </a:r>
            <a:r>
              <a:rPr dirty="0" sz="27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0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7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7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0">
                <a:solidFill>
                  <a:srgbClr val="FFFFFF"/>
                </a:solidFill>
                <a:latin typeface="Lucida Sans Unicode"/>
                <a:cs typeface="Lucida Sans Unicode"/>
              </a:rPr>
              <a:t>marketing</a:t>
            </a:r>
            <a:r>
              <a:rPr dirty="0" sz="27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0">
                <a:solidFill>
                  <a:srgbClr val="FFFFFF"/>
                </a:solidFill>
                <a:latin typeface="Lucida Sans Unicode"/>
                <a:cs typeface="Lucida Sans Unicode"/>
              </a:rPr>
              <a:t>performance 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Identify</a:t>
            </a:r>
            <a:r>
              <a:rPr dirty="0" sz="27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7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7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0">
                <a:solidFill>
                  <a:srgbClr val="FFFFFF"/>
                </a:solidFill>
                <a:latin typeface="Lucida Sans Unicode"/>
                <a:cs typeface="Lucida Sans Unicode"/>
              </a:rPr>
              <a:t>feedback</a:t>
            </a:r>
            <a:r>
              <a:rPr dirty="0" sz="27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0">
                <a:solidFill>
                  <a:srgbClr val="FFFFFF"/>
                </a:solidFill>
                <a:latin typeface="Lucida Sans Unicode"/>
                <a:cs typeface="Lucida Sans Unicode"/>
              </a:rPr>
              <a:t>patterns </a:t>
            </a:r>
            <a:r>
              <a:rPr dirty="0" sz="2700" spc="105">
                <a:solidFill>
                  <a:srgbClr val="FFFFFF"/>
                </a:solidFill>
                <a:latin typeface="Lucida Sans Unicode"/>
                <a:cs typeface="Lucida Sans Unicode"/>
              </a:rPr>
              <a:t>Generate</a:t>
            </a:r>
            <a:r>
              <a:rPr dirty="0" sz="27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5">
                <a:solidFill>
                  <a:srgbClr val="FFFFFF"/>
                </a:solidFill>
                <a:latin typeface="Lucida Sans Unicode"/>
                <a:cs typeface="Lucida Sans Unicode"/>
              </a:rPr>
              <a:t>actionable</a:t>
            </a:r>
            <a:r>
              <a:rPr dirty="0" sz="27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5">
                <a:solidFill>
                  <a:srgbClr val="FFFFFF"/>
                </a:solidFill>
                <a:latin typeface="Lucida Sans Unicode"/>
                <a:cs typeface="Lucida Sans Unicode"/>
              </a:rPr>
              <a:t>recommendations 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dirty="0" sz="27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future</a:t>
            </a:r>
            <a:r>
              <a:rPr dirty="0" sz="27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40">
                <a:solidFill>
                  <a:srgbClr val="FFFFFF"/>
                </a:solidFill>
                <a:latin typeface="Lucida Sans Unicode"/>
                <a:cs typeface="Lucida Sans Unicode"/>
              </a:rPr>
              <a:t>forecasting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283" y="1966792"/>
            <a:ext cx="148978" cy="148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5633" y="1972748"/>
            <a:ext cx="137053" cy="137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9059" y="1978717"/>
            <a:ext cx="125141" cy="1251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0572" y="1984673"/>
            <a:ext cx="113203" cy="1132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7811" y="1996598"/>
            <a:ext cx="89366" cy="893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0147" y="1990642"/>
            <a:ext cx="101291" cy="1012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3549" y="2002554"/>
            <a:ext cx="77441" cy="774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7363" y="2008523"/>
            <a:ext cx="65529" cy="6551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719251" y="2014479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89227" y="2020435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80303" y="9882814"/>
            <a:ext cx="79213" cy="7921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90273" y="9882814"/>
            <a:ext cx="79202" cy="7921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0189" y="9882814"/>
            <a:ext cx="79213" cy="7921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0231" y="9882814"/>
            <a:ext cx="79213" cy="7921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158" y="9882814"/>
            <a:ext cx="79202" cy="792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30502" y="9882814"/>
            <a:ext cx="79202" cy="7921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40460" y="9882814"/>
            <a:ext cx="79213" cy="7921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50418" y="9882814"/>
            <a:ext cx="79213" cy="7921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60388" y="9882814"/>
            <a:ext cx="79202" cy="7921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70346" y="9882814"/>
            <a:ext cx="79213" cy="7921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10575" y="9882814"/>
            <a:ext cx="79213" cy="7921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20533" y="9882814"/>
            <a:ext cx="79213" cy="7921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86234" y="9415284"/>
            <a:ext cx="67348" cy="6734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96208" y="9415285"/>
            <a:ext cx="67333" cy="6734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6163" y="9415284"/>
            <a:ext cx="67348" cy="6734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16121" y="9415284"/>
            <a:ext cx="67348" cy="6734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093" y="9415285"/>
            <a:ext cx="67332" cy="6734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536437" y="9415285"/>
            <a:ext cx="67332" cy="6734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46393" y="9415284"/>
            <a:ext cx="67348" cy="6734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56351" y="9415284"/>
            <a:ext cx="67348" cy="6734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366322" y="9415285"/>
            <a:ext cx="67332" cy="6734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76280" y="9415284"/>
            <a:ext cx="67348" cy="67348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1598110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08071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18035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7996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957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7" y="1713"/>
                </a:lnTo>
                <a:lnTo>
                  <a:pt x="37217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7" y="37215"/>
                </a:lnTo>
                <a:lnTo>
                  <a:pt x="30287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768228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78186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988149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7560498" y="10507"/>
            <a:ext cx="114821" cy="11481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950541" y="10507"/>
            <a:ext cx="114810" cy="11481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610312" y="10507"/>
            <a:ext cx="114810" cy="11481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000342" y="10507"/>
            <a:ext cx="114821" cy="11481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390384" y="10507"/>
            <a:ext cx="114821" cy="11481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780426" y="10507"/>
            <a:ext cx="114810" cy="11481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170457" y="10507"/>
            <a:ext cx="114821" cy="11481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830228" y="10507"/>
            <a:ext cx="114821" cy="11481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5220269" y="10507"/>
            <a:ext cx="114821" cy="11481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881002" y="10507"/>
            <a:ext cx="114810" cy="11481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271033" y="10507"/>
            <a:ext cx="114821" cy="11481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661074" y="10507"/>
            <a:ext cx="114821" cy="11481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441147" y="10507"/>
            <a:ext cx="114821" cy="11481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051117" y="10507"/>
            <a:ext cx="114810" cy="11481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566433" y="489905"/>
            <a:ext cx="102952" cy="10295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490960" y="10507"/>
            <a:ext cx="114821" cy="11481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956476" y="489905"/>
            <a:ext cx="102940" cy="10295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616246" y="489905"/>
            <a:ext cx="102941" cy="102952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006277" y="489905"/>
            <a:ext cx="102952" cy="102952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396318" y="489905"/>
            <a:ext cx="102952" cy="102952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786361" y="489905"/>
            <a:ext cx="102941" cy="10295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7176391" y="489905"/>
            <a:ext cx="102952" cy="102952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836162" y="489905"/>
            <a:ext cx="102952" cy="10295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226203" y="489905"/>
            <a:ext cx="102952" cy="102952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276967" y="489905"/>
            <a:ext cx="102952" cy="102952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667009" y="489905"/>
            <a:ext cx="102952" cy="102952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057052" y="489905"/>
            <a:ext cx="102940" cy="10295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447082" y="489905"/>
            <a:ext cx="102952" cy="102952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572367" y="969303"/>
            <a:ext cx="91083" cy="9108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962410" y="969303"/>
            <a:ext cx="91071" cy="9108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622181" y="969303"/>
            <a:ext cx="91071" cy="9108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012211" y="969303"/>
            <a:ext cx="91083" cy="9108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402253" y="969303"/>
            <a:ext cx="91083" cy="9108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6792295" y="969303"/>
            <a:ext cx="91071" cy="91083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7182326" y="969303"/>
            <a:ext cx="91083" cy="9108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4842097" y="969303"/>
            <a:ext cx="91083" cy="91083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232138" y="969303"/>
            <a:ext cx="91083" cy="91083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4062986" y="969303"/>
            <a:ext cx="91071" cy="9108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78302" y="1448701"/>
            <a:ext cx="79213" cy="79213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4453017" y="969303"/>
            <a:ext cx="91082" cy="9108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68345" y="1448701"/>
            <a:ext cx="79202" cy="7921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28115" y="1448701"/>
            <a:ext cx="79202" cy="7921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18146" y="1448701"/>
            <a:ext cx="79213" cy="7921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08187" y="1448701"/>
            <a:ext cx="79213" cy="7921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98230" y="1448701"/>
            <a:ext cx="79202" cy="79213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188260" y="1448701"/>
            <a:ext cx="79213" cy="7921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848031" y="1448701"/>
            <a:ext cx="79213" cy="7921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238072" y="1448701"/>
            <a:ext cx="79213" cy="79213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584238" y="1928097"/>
            <a:ext cx="67348" cy="67348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7974279" y="1928099"/>
            <a:ext cx="67333" cy="67344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5634050" y="1928099"/>
            <a:ext cx="67332" cy="67344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024079" y="1928097"/>
            <a:ext cx="67348" cy="6734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414120" y="1928097"/>
            <a:ext cx="67348" cy="67348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804164" y="1928099"/>
            <a:ext cx="67332" cy="67344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194190" y="1928097"/>
            <a:ext cx="67348" cy="67348"/>
          </a:xfrm>
          <a:prstGeom prst="rect">
            <a:avLst/>
          </a:prstGeom>
        </p:spPr>
      </p:pic>
      <p:sp>
        <p:nvSpPr>
          <p:cNvPr id="98" name="object 98"/>
          <p:cNvSpPr/>
          <p:nvPr/>
        </p:nvSpPr>
        <p:spPr>
          <a:xfrm>
            <a:off x="1759610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7" y="1713"/>
                </a:lnTo>
                <a:lnTo>
                  <a:pt x="37216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6" y="37214"/>
                </a:lnTo>
                <a:lnTo>
                  <a:pt x="30287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7986145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7" y="1713"/>
                </a:lnTo>
                <a:lnTo>
                  <a:pt x="37217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7" y="37214"/>
                </a:lnTo>
                <a:lnTo>
                  <a:pt x="30287" y="41886"/>
                </a:lnTo>
                <a:lnTo>
                  <a:pt x="21800" y="43600"/>
                </a:lnTo>
                <a:lnTo>
                  <a:pt x="13315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6425992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8" y="1713"/>
                </a:lnTo>
                <a:lnTo>
                  <a:pt x="37216" y="6384"/>
                </a:lnTo>
                <a:lnTo>
                  <a:pt x="41887" y="13313"/>
                </a:lnTo>
                <a:lnTo>
                  <a:pt x="43600" y="21798"/>
                </a:lnTo>
                <a:lnTo>
                  <a:pt x="41887" y="30284"/>
                </a:lnTo>
                <a:lnTo>
                  <a:pt x="37216" y="37214"/>
                </a:lnTo>
                <a:lnTo>
                  <a:pt x="30288" y="41886"/>
                </a:lnTo>
                <a:lnTo>
                  <a:pt x="21802" y="43600"/>
                </a:lnTo>
                <a:lnTo>
                  <a:pt x="13315" y="41886"/>
                </a:lnTo>
                <a:lnTo>
                  <a:pt x="6385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81602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90" y="1713"/>
                </a:lnTo>
                <a:lnTo>
                  <a:pt x="37220" y="6384"/>
                </a:lnTo>
                <a:lnTo>
                  <a:pt x="41892" y="13313"/>
                </a:lnTo>
                <a:lnTo>
                  <a:pt x="43605" y="21798"/>
                </a:lnTo>
                <a:lnTo>
                  <a:pt x="41892" y="30284"/>
                </a:lnTo>
                <a:lnTo>
                  <a:pt x="37220" y="37214"/>
                </a:lnTo>
                <a:lnTo>
                  <a:pt x="30290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7206070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5" y="1713"/>
                </a:lnTo>
                <a:lnTo>
                  <a:pt x="37215" y="6384"/>
                </a:lnTo>
                <a:lnTo>
                  <a:pt x="41886" y="13313"/>
                </a:lnTo>
                <a:lnTo>
                  <a:pt x="43600" y="21798"/>
                </a:lnTo>
                <a:lnTo>
                  <a:pt x="41886" y="30284"/>
                </a:lnTo>
                <a:lnTo>
                  <a:pt x="37215" y="37214"/>
                </a:lnTo>
                <a:lnTo>
                  <a:pt x="30285" y="41886"/>
                </a:lnTo>
                <a:lnTo>
                  <a:pt x="21800" y="43600"/>
                </a:lnTo>
                <a:lnTo>
                  <a:pt x="13314" y="41886"/>
                </a:lnTo>
                <a:lnTo>
                  <a:pt x="6384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4" y="6384"/>
                </a:lnTo>
                <a:lnTo>
                  <a:pt x="13314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3" name="object 10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4753513"/>
            <a:ext cx="207010" cy="88324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5378151"/>
            <a:ext cx="207010" cy="88324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6002788"/>
            <a:ext cx="207010" cy="88324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024844" y="6628583"/>
            <a:ext cx="207010" cy="88324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7302120"/>
            <a:ext cx="207010" cy="88324"/>
          </a:xfrm>
          <a:prstGeom prst="rect">
            <a:avLst/>
          </a:prstGeom>
        </p:spPr>
      </p:pic>
      <p:grpSp>
        <p:nvGrpSpPr>
          <p:cNvPr id="108" name="object 108"/>
          <p:cNvGrpSpPr/>
          <p:nvPr/>
        </p:nvGrpSpPr>
        <p:grpSpPr>
          <a:xfrm>
            <a:off x="15446548" y="3654257"/>
            <a:ext cx="1341120" cy="1346835"/>
            <a:chOff x="15446548" y="3654257"/>
            <a:chExt cx="1341120" cy="1346835"/>
          </a:xfrm>
        </p:grpSpPr>
        <p:sp>
          <p:nvSpPr>
            <p:cNvPr id="109" name="object 109"/>
            <p:cNvSpPr/>
            <p:nvPr/>
          </p:nvSpPr>
          <p:spPr>
            <a:xfrm>
              <a:off x="15571198" y="4412010"/>
              <a:ext cx="1216660" cy="588645"/>
            </a:xfrm>
            <a:custGeom>
              <a:avLst/>
              <a:gdLst/>
              <a:ahLst/>
              <a:cxnLst/>
              <a:rect l="l" t="t" r="r" b="b"/>
              <a:pathLst>
                <a:path w="1216659" h="588645">
                  <a:moveTo>
                    <a:pt x="565015" y="588484"/>
                  </a:moveTo>
                  <a:lnTo>
                    <a:pt x="518365" y="587961"/>
                  </a:lnTo>
                  <a:lnTo>
                    <a:pt x="472001" y="584228"/>
                  </a:lnTo>
                  <a:lnTo>
                    <a:pt x="426093" y="577331"/>
                  </a:lnTo>
                  <a:lnTo>
                    <a:pt x="380812" y="567316"/>
                  </a:lnTo>
                  <a:lnTo>
                    <a:pt x="336328" y="554228"/>
                  </a:lnTo>
                  <a:lnTo>
                    <a:pt x="292812" y="538112"/>
                  </a:lnTo>
                  <a:lnTo>
                    <a:pt x="250434" y="519013"/>
                  </a:lnTo>
                  <a:lnTo>
                    <a:pt x="209366" y="496978"/>
                  </a:lnTo>
                  <a:lnTo>
                    <a:pt x="169777" y="472050"/>
                  </a:lnTo>
                  <a:lnTo>
                    <a:pt x="131838" y="444275"/>
                  </a:lnTo>
                  <a:lnTo>
                    <a:pt x="95721" y="413700"/>
                  </a:lnTo>
                  <a:lnTo>
                    <a:pt x="61595" y="380368"/>
                  </a:lnTo>
                  <a:lnTo>
                    <a:pt x="29631" y="344326"/>
                  </a:lnTo>
                  <a:lnTo>
                    <a:pt x="0" y="305618"/>
                  </a:lnTo>
                  <a:lnTo>
                    <a:pt x="462170" y="38913"/>
                  </a:lnTo>
                  <a:lnTo>
                    <a:pt x="1216190" y="0"/>
                  </a:lnTo>
                  <a:lnTo>
                    <a:pt x="1208673" y="46214"/>
                  </a:lnTo>
                  <a:lnTo>
                    <a:pt x="1197992" y="91764"/>
                  </a:lnTo>
                  <a:lnTo>
                    <a:pt x="1184193" y="136472"/>
                  </a:lnTo>
                  <a:lnTo>
                    <a:pt x="1167324" y="180163"/>
                  </a:lnTo>
                  <a:lnTo>
                    <a:pt x="1147433" y="222659"/>
                  </a:lnTo>
                  <a:lnTo>
                    <a:pt x="1124568" y="263785"/>
                  </a:lnTo>
                  <a:lnTo>
                    <a:pt x="1098775" y="303365"/>
                  </a:lnTo>
                  <a:lnTo>
                    <a:pt x="1070103" y="341221"/>
                  </a:lnTo>
                  <a:lnTo>
                    <a:pt x="1038600" y="377179"/>
                  </a:lnTo>
                  <a:lnTo>
                    <a:pt x="1004314" y="411060"/>
                  </a:lnTo>
                  <a:lnTo>
                    <a:pt x="967291" y="442690"/>
                  </a:lnTo>
                  <a:lnTo>
                    <a:pt x="927579" y="471892"/>
                  </a:lnTo>
                  <a:lnTo>
                    <a:pt x="885227" y="498489"/>
                  </a:lnTo>
                  <a:lnTo>
                    <a:pt x="841355" y="521698"/>
                  </a:lnTo>
                  <a:lnTo>
                    <a:pt x="796575" y="541380"/>
                  </a:lnTo>
                  <a:lnTo>
                    <a:pt x="751057" y="557582"/>
                  </a:lnTo>
                  <a:lnTo>
                    <a:pt x="704971" y="570348"/>
                  </a:lnTo>
                  <a:lnTo>
                    <a:pt x="658488" y="579723"/>
                  </a:lnTo>
                  <a:lnTo>
                    <a:pt x="611779" y="585754"/>
                  </a:lnTo>
                  <a:lnTo>
                    <a:pt x="565015" y="588484"/>
                  </a:lnTo>
                  <a:close/>
                </a:path>
              </a:pathLst>
            </a:custGeom>
            <a:solidFill>
              <a:srgbClr val="BFF5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5446548" y="3654257"/>
              <a:ext cx="934085" cy="953135"/>
            </a:xfrm>
            <a:custGeom>
              <a:avLst/>
              <a:gdLst/>
              <a:ahLst/>
              <a:cxnLst/>
              <a:rect l="l" t="t" r="r" b="b"/>
              <a:pathLst>
                <a:path w="934084" h="953135">
                  <a:moveTo>
                    <a:pt x="60991" y="952917"/>
                  </a:moveTo>
                  <a:lnTo>
                    <a:pt x="42302" y="907928"/>
                  </a:lnTo>
                  <a:lnTo>
                    <a:pt x="27082" y="862246"/>
                  </a:lnTo>
                  <a:lnTo>
                    <a:pt x="15288" y="816043"/>
                  </a:lnTo>
                  <a:lnTo>
                    <a:pt x="6873" y="769489"/>
                  </a:lnTo>
                  <a:lnTo>
                    <a:pt x="1792" y="722757"/>
                  </a:lnTo>
                  <a:lnTo>
                    <a:pt x="0" y="676016"/>
                  </a:lnTo>
                  <a:lnTo>
                    <a:pt x="1450" y="629438"/>
                  </a:lnTo>
                  <a:lnTo>
                    <a:pt x="6098" y="583194"/>
                  </a:lnTo>
                  <a:lnTo>
                    <a:pt x="13897" y="537455"/>
                  </a:lnTo>
                  <a:lnTo>
                    <a:pt x="24803" y="492392"/>
                  </a:lnTo>
                  <a:lnTo>
                    <a:pt x="38770" y="448176"/>
                  </a:lnTo>
                  <a:lnTo>
                    <a:pt x="55753" y="404979"/>
                  </a:lnTo>
                  <a:lnTo>
                    <a:pt x="75705" y="362970"/>
                  </a:lnTo>
                  <a:lnTo>
                    <a:pt x="98582" y="322322"/>
                  </a:lnTo>
                  <a:lnTo>
                    <a:pt x="124337" y="283205"/>
                  </a:lnTo>
                  <a:lnTo>
                    <a:pt x="152926" y="245791"/>
                  </a:lnTo>
                  <a:lnTo>
                    <a:pt x="184302" y="210249"/>
                  </a:lnTo>
                  <a:lnTo>
                    <a:pt x="218421" y="176753"/>
                  </a:lnTo>
                  <a:lnTo>
                    <a:pt x="255237" y="145471"/>
                  </a:lnTo>
                  <a:lnTo>
                    <a:pt x="294704" y="116577"/>
                  </a:lnTo>
                  <a:lnTo>
                    <a:pt x="336777" y="90239"/>
                  </a:lnTo>
                  <a:lnTo>
                    <a:pt x="380962" y="66813"/>
                  </a:lnTo>
                  <a:lnTo>
                    <a:pt x="426086" y="46975"/>
                  </a:lnTo>
                  <a:lnTo>
                    <a:pt x="471973" y="30679"/>
                  </a:lnTo>
                  <a:lnTo>
                    <a:pt x="518446" y="17880"/>
                  </a:lnTo>
                  <a:lnTo>
                    <a:pt x="565329" y="8531"/>
                  </a:lnTo>
                  <a:lnTo>
                    <a:pt x="612445" y="2586"/>
                  </a:lnTo>
                  <a:lnTo>
                    <a:pt x="659617" y="0"/>
                  </a:lnTo>
                  <a:lnTo>
                    <a:pt x="706669" y="725"/>
                  </a:lnTo>
                  <a:lnTo>
                    <a:pt x="753424" y="4717"/>
                  </a:lnTo>
                  <a:lnTo>
                    <a:pt x="799706" y="11929"/>
                  </a:lnTo>
                  <a:lnTo>
                    <a:pt x="845338" y="22314"/>
                  </a:lnTo>
                  <a:lnTo>
                    <a:pt x="890144" y="35828"/>
                  </a:lnTo>
                  <a:lnTo>
                    <a:pt x="933946" y="52424"/>
                  </a:lnTo>
                  <a:lnTo>
                    <a:pt x="523162" y="686211"/>
                  </a:lnTo>
                  <a:lnTo>
                    <a:pt x="60991" y="952917"/>
                  </a:lnTo>
                  <a:close/>
                </a:path>
              </a:pathLst>
            </a:custGeom>
            <a:solidFill>
              <a:srgbClr val="FF5B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111"/>
          <p:cNvSpPr/>
          <p:nvPr/>
        </p:nvSpPr>
        <p:spPr>
          <a:xfrm>
            <a:off x="14392212" y="4763227"/>
            <a:ext cx="406400" cy="728980"/>
          </a:xfrm>
          <a:custGeom>
            <a:avLst/>
            <a:gdLst/>
            <a:ahLst/>
            <a:cxnLst/>
            <a:rect l="l" t="t" r="r" b="b"/>
            <a:pathLst>
              <a:path w="406400" h="728979">
                <a:moveTo>
                  <a:pt x="204569" y="728451"/>
                </a:moveTo>
                <a:lnTo>
                  <a:pt x="159058" y="710716"/>
                </a:lnTo>
                <a:lnTo>
                  <a:pt x="17772" y="562945"/>
                </a:lnTo>
                <a:lnTo>
                  <a:pt x="0" y="517621"/>
                </a:lnTo>
                <a:lnTo>
                  <a:pt x="5130" y="493799"/>
                </a:lnTo>
                <a:lnTo>
                  <a:pt x="19568" y="473046"/>
                </a:lnTo>
                <a:lnTo>
                  <a:pt x="40972" y="459524"/>
                </a:lnTo>
                <a:lnTo>
                  <a:pt x="65079" y="455422"/>
                </a:lnTo>
                <a:lnTo>
                  <a:pt x="88981" y="460656"/>
                </a:lnTo>
                <a:lnTo>
                  <a:pt x="109767" y="475141"/>
                </a:lnTo>
                <a:lnTo>
                  <a:pt x="139102" y="505972"/>
                </a:lnTo>
                <a:lnTo>
                  <a:pt x="139102" y="64057"/>
                </a:lnTo>
                <a:lnTo>
                  <a:pt x="144158" y="39062"/>
                </a:lnTo>
                <a:lnTo>
                  <a:pt x="157923" y="18708"/>
                </a:lnTo>
                <a:lnTo>
                  <a:pt x="178291" y="5013"/>
                </a:lnTo>
                <a:lnTo>
                  <a:pt x="203159" y="0"/>
                </a:lnTo>
                <a:lnTo>
                  <a:pt x="228154" y="5013"/>
                </a:lnTo>
                <a:lnTo>
                  <a:pt x="248508" y="18708"/>
                </a:lnTo>
                <a:lnTo>
                  <a:pt x="262203" y="39062"/>
                </a:lnTo>
                <a:lnTo>
                  <a:pt x="267217" y="64057"/>
                </a:lnTo>
                <a:lnTo>
                  <a:pt x="267217" y="505972"/>
                </a:lnTo>
                <a:lnTo>
                  <a:pt x="296751" y="475141"/>
                </a:lnTo>
                <a:lnTo>
                  <a:pt x="317491" y="460656"/>
                </a:lnTo>
                <a:lnTo>
                  <a:pt x="341289" y="455422"/>
                </a:lnTo>
                <a:lnTo>
                  <a:pt x="365293" y="459524"/>
                </a:lnTo>
                <a:lnTo>
                  <a:pt x="386651" y="473046"/>
                </a:lnTo>
                <a:lnTo>
                  <a:pt x="401107" y="493785"/>
                </a:lnTo>
                <a:lnTo>
                  <a:pt x="406294" y="517584"/>
                </a:lnTo>
                <a:lnTo>
                  <a:pt x="402183" y="541588"/>
                </a:lnTo>
                <a:lnTo>
                  <a:pt x="388746" y="562945"/>
                </a:lnTo>
                <a:lnTo>
                  <a:pt x="249257" y="708920"/>
                </a:lnTo>
                <a:lnTo>
                  <a:pt x="228470" y="723316"/>
                </a:lnTo>
                <a:lnTo>
                  <a:pt x="204569" y="728451"/>
                </a:lnTo>
                <a:close/>
              </a:path>
            </a:pathLst>
          </a:custGeom>
          <a:solidFill>
            <a:srgbClr val="4042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3809225" y="7150907"/>
            <a:ext cx="1572895" cy="556895"/>
          </a:xfrm>
          <a:custGeom>
            <a:avLst/>
            <a:gdLst/>
            <a:ahLst/>
            <a:cxnLst/>
            <a:rect l="l" t="t" r="r" b="b"/>
            <a:pathLst>
              <a:path w="1572894" h="556895">
                <a:moveTo>
                  <a:pt x="931135" y="556830"/>
                </a:moveTo>
                <a:lnTo>
                  <a:pt x="641360" y="556830"/>
                </a:lnTo>
                <a:lnTo>
                  <a:pt x="619525" y="555719"/>
                </a:lnTo>
                <a:lnTo>
                  <a:pt x="566408" y="551907"/>
                </a:lnTo>
                <a:lnTo>
                  <a:pt x="514722" y="547090"/>
                </a:lnTo>
                <a:lnTo>
                  <a:pt x="464589" y="541306"/>
                </a:lnTo>
                <a:lnTo>
                  <a:pt x="416132" y="534593"/>
                </a:lnTo>
                <a:lnTo>
                  <a:pt x="369473" y="526988"/>
                </a:lnTo>
                <a:lnTo>
                  <a:pt x="324732" y="518530"/>
                </a:lnTo>
                <a:lnTo>
                  <a:pt x="282033" y="509256"/>
                </a:lnTo>
                <a:lnTo>
                  <a:pt x="241497" y="499204"/>
                </a:lnTo>
                <a:lnTo>
                  <a:pt x="203247" y="488411"/>
                </a:lnTo>
                <a:lnTo>
                  <a:pt x="133909" y="465162"/>
                </a:lnTo>
                <a:lnTo>
                  <a:pt x="77479" y="441088"/>
                </a:lnTo>
                <a:lnTo>
                  <a:pt x="35354" y="416601"/>
                </a:lnTo>
                <a:lnTo>
                  <a:pt x="0" y="368379"/>
                </a:lnTo>
                <a:lnTo>
                  <a:pt x="0" y="0"/>
                </a:lnTo>
                <a:lnTo>
                  <a:pt x="36044" y="19403"/>
                </a:lnTo>
                <a:lnTo>
                  <a:pt x="75980" y="37591"/>
                </a:lnTo>
                <a:lnTo>
                  <a:pt x="119658" y="54469"/>
                </a:lnTo>
                <a:lnTo>
                  <a:pt x="166928" y="69944"/>
                </a:lnTo>
                <a:lnTo>
                  <a:pt x="207987" y="81534"/>
                </a:lnTo>
                <a:lnTo>
                  <a:pt x="251404" y="92331"/>
                </a:lnTo>
                <a:lnTo>
                  <a:pt x="297047" y="102294"/>
                </a:lnTo>
                <a:lnTo>
                  <a:pt x="344783" y="111381"/>
                </a:lnTo>
                <a:lnTo>
                  <a:pt x="394480" y="119553"/>
                </a:lnTo>
                <a:lnTo>
                  <a:pt x="446006" y="126767"/>
                </a:lnTo>
                <a:lnTo>
                  <a:pt x="499227" y="132984"/>
                </a:lnTo>
                <a:lnTo>
                  <a:pt x="554013" y="138162"/>
                </a:lnTo>
                <a:lnTo>
                  <a:pt x="610230" y="142261"/>
                </a:lnTo>
                <a:lnTo>
                  <a:pt x="667747" y="145239"/>
                </a:lnTo>
                <a:lnTo>
                  <a:pt x="726430" y="147056"/>
                </a:lnTo>
                <a:lnTo>
                  <a:pt x="786347" y="147671"/>
                </a:lnTo>
                <a:lnTo>
                  <a:pt x="1572496" y="147671"/>
                </a:lnTo>
                <a:lnTo>
                  <a:pt x="1572496" y="289055"/>
                </a:lnTo>
                <a:lnTo>
                  <a:pt x="844917" y="289055"/>
                </a:lnTo>
                <a:lnTo>
                  <a:pt x="814011" y="290402"/>
                </a:lnTo>
                <a:lnTo>
                  <a:pt x="785050" y="291151"/>
                </a:lnTo>
                <a:lnTo>
                  <a:pt x="759956" y="291475"/>
                </a:lnTo>
                <a:lnTo>
                  <a:pt x="725245" y="291475"/>
                </a:lnTo>
                <a:lnTo>
                  <a:pt x="699564" y="296691"/>
                </a:lnTo>
                <a:lnTo>
                  <a:pt x="679298" y="310433"/>
                </a:lnTo>
                <a:lnTo>
                  <a:pt x="665637" y="330797"/>
                </a:lnTo>
                <a:lnTo>
                  <a:pt x="660627" y="355707"/>
                </a:lnTo>
                <a:lnTo>
                  <a:pt x="665637" y="380617"/>
                </a:lnTo>
                <a:lnTo>
                  <a:pt x="679298" y="400981"/>
                </a:lnTo>
                <a:lnTo>
                  <a:pt x="699564" y="414722"/>
                </a:lnTo>
                <a:lnTo>
                  <a:pt x="724170" y="419721"/>
                </a:lnTo>
                <a:lnTo>
                  <a:pt x="1531763" y="419721"/>
                </a:lnTo>
                <a:lnTo>
                  <a:pt x="1494973" y="441088"/>
                </a:lnTo>
                <a:lnTo>
                  <a:pt x="1438548" y="465162"/>
                </a:lnTo>
                <a:lnTo>
                  <a:pt x="1369249" y="488411"/>
                </a:lnTo>
                <a:lnTo>
                  <a:pt x="1330998" y="499204"/>
                </a:lnTo>
                <a:lnTo>
                  <a:pt x="1290462" y="509256"/>
                </a:lnTo>
                <a:lnTo>
                  <a:pt x="1247763" y="518530"/>
                </a:lnTo>
                <a:lnTo>
                  <a:pt x="1203023" y="526988"/>
                </a:lnTo>
                <a:lnTo>
                  <a:pt x="1156363" y="534593"/>
                </a:lnTo>
                <a:lnTo>
                  <a:pt x="1107906" y="541306"/>
                </a:lnTo>
                <a:lnTo>
                  <a:pt x="1057774" y="547090"/>
                </a:lnTo>
                <a:lnTo>
                  <a:pt x="1006088" y="551907"/>
                </a:lnTo>
                <a:lnTo>
                  <a:pt x="952970" y="555719"/>
                </a:lnTo>
                <a:lnTo>
                  <a:pt x="931135" y="556830"/>
                </a:lnTo>
                <a:close/>
              </a:path>
              <a:path w="1572894" h="556895">
                <a:moveTo>
                  <a:pt x="1572496" y="147671"/>
                </a:moveTo>
                <a:lnTo>
                  <a:pt x="786347" y="147671"/>
                </a:lnTo>
                <a:lnTo>
                  <a:pt x="846304" y="147056"/>
                </a:lnTo>
                <a:lnTo>
                  <a:pt x="846161" y="147056"/>
                </a:lnTo>
                <a:lnTo>
                  <a:pt x="904938" y="145239"/>
                </a:lnTo>
                <a:lnTo>
                  <a:pt x="962536" y="142261"/>
                </a:lnTo>
                <a:lnTo>
                  <a:pt x="1018819" y="138162"/>
                </a:lnTo>
                <a:lnTo>
                  <a:pt x="1073654" y="132984"/>
                </a:lnTo>
                <a:lnTo>
                  <a:pt x="1126908" y="126767"/>
                </a:lnTo>
                <a:lnTo>
                  <a:pt x="1178449" y="119553"/>
                </a:lnTo>
                <a:lnTo>
                  <a:pt x="1228146" y="111381"/>
                </a:lnTo>
                <a:lnTo>
                  <a:pt x="1275866" y="102294"/>
                </a:lnTo>
                <a:lnTo>
                  <a:pt x="1321480" y="92331"/>
                </a:lnTo>
                <a:lnTo>
                  <a:pt x="1364858" y="81534"/>
                </a:lnTo>
                <a:lnTo>
                  <a:pt x="1405868" y="69944"/>
                </a:lnTo>
                <a:lnTo>
                  <a:pt x="1453001" y="54469"/>
                </a:lnTo>
                <a:lnTo>
                  <a:pt x="1496635" y="37591"/>
                </a:lnTo>
                <a:lnTo>
                  <a:pt x="1536534" y="19403"/>
                </a:lnTo>
                <a:lnTo>
                  <a:pt x="1572496" y="0"/>
                </a:lnTo>
                <a:lnTo>
                  <a:pt x="1572496" y="147671"/>
                </a:lnTo>
                <a:close/>
              </a:path>
              <a:path w="1572894" h="556895">
                <a:moveTo>
                  <a:pt x="1531763" y="419721"/>
                </a:moveTo>
                <a:lnTo>
                  <a:pt x="736346" y="419721"/>
                </a:lnTo>
                <a:lnTo>
                  <a:pt x="750851" y="419565"/>
                </a:lnTo>
                <a:lnTo>
                  <a:pt x="820284" y="417906"/>
                </a:lnTo>
                <a:lnTo>
                  <a:pt x="852153" y="416601"/>
                </a:lnTo>
                <a:lnTo>
                  <a:pt x="850587" y="416601"/>
                </a:lnTo>
                <a:lnTo>
                  <a:pt x="875171" y="410455"/>
                </a:lnTo>
                <a:lnTo>
                  <a:pt x="894830" y="395930"/>
                </a:lnTo>
                <a:lnTo>
                  <a:pt x="907642" y="375137"/>
                </a:lnTo>
                <a:lnTo>
                  <a:pt x="911568" y="350219"/>
                </a:lnTo>
                <a:lnTo>
                  <a:pt x="905433" y="325579"/>
                </a:lnTo>
                <a:lnTo>
                  <a:pt x="890852" y="305831"/>
                </a:lnTo>
                <a:lnTo>
                  <a:pt x="869966" y="292986"/>
                </a:lnTo>
                <a:lnTo>
                  <a:pt x="844917" y="289055"/>
                </a:lnTo>
                <a:lnTo>
                  <a:pt x="1572496" y="289055"/>
                </a:lnTo>
                <a:lnTo>
                  <a:pt x="1572496" y="368379"/>
                </a:lnTo>
                <a:lnTo>
                  <a:pt x="1563398" y="392251"/>
                </a:lnTo>
                <a:lnTo>
                  <a:pt x="1537112" y="416601"/>
                </a:lnTo>
                <a:lnTo>
                  <a:pt x="1531763" y="419721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3809016" y="5722492"/>
            <a:ext cx="1572895" cy="907415"/>
          </a:xfrm>
          <a:custGeom>
            <a:avLst/>
            <a:gdLst/>
            <a:ahLst/>
            <a:cxnLst/>
            <a:rect l="l" t="t" r="r" b="b"/>
            <a:pathLst>
              <a:path w="1572894" h="907415">
                <a:moveTo>
                  <a:pt x="1572501" y="192379"/>
                </a:moveTo>
                <a:lnTo>
                  <a:pt x="1537106" y="144119"/>
                </a:lnTo>
                <a:lnTo>
                  <a:pt x="1495018" y="119672"/>
                </a:lnTo>
                <a:lnTo>
                  <a:pt x="1438592" y="95592"/>
                </a:lnTo>
                <a:lnTo>
                  <a:pt x="1369250" y="72339"/>
                </a:lnTo>
                <a:lnTo>
                  <a:pt x="1330998" y="61544"/>
                </a:lnTo>
                <a:lnTo>
                  <a:pt x="1290472" y="51498"/>
                </a:lnTo>
                <a:lnTo>
                  <a:pt x="1247762" y="42227"/>
                </a:lnTo>
                <a:lnTo>
                  <a:pt x="1203032" y="33769"/>
                </a:lnTo>
                <a:lnTo>
                  <a:pt x="1156373" y="26162"/>
                </a:lnTo>
                <a:lnTo>
                  <a:pt x="1107909" y="19443"/>
                </a:lnTo>
                <a:lnTo>
                  <a:pt x="1057783" y="13665"/>
                </a:lnTo>
                <a:lnTo>
                  <a:pt x="1006094" y="8851"/>
                </a:lnTo>
                <a:lnTo>
                  <a:pt x="952969" y="5029"/>
                </a:lnTo>
                <a:lnTo>
                  <a:pt x="898550" y="2260"/>
                </a:lnTo>
                <a:lnTo>
                  <a:pt x="842937" y="571"/>
                </a:lnTo>
                <a:lnTo>
                  <a:pt x="786257" y="0"/>
                </a:lnTo>
                <a:lnTo>
                  <a:pt x="729576" y="571"/>
                </a:lnTo>
                <a:lnTo>
                  <a:pt x="673950" y="2260"/>
                </a:lnTo>
                <a:lnTo>
                  <a:pt x="619531" y="5029"/>
                </a:lnTo>
                <a:lnTo>
                  <a:pt x="566407" y="8851"/>
                </a:lnTo>
                <a:lnTo>
                  <a:pt x="514731" y="13665"/>
                </a:lnTo>
                <a:lnTo>
                  <a:pt x="464591" y="19443"/>
                </a:lnTo>
                <a:lnTo>
                  <a:pt x="416140" y="26162"/>
                </a:lnTo>
                <a:lnTo>
                  <a:pt x="369481" y="33769"/>
                </a:lnTo>
                <a:lnTo>
                  <a:pt x="324739" y="42227"/>
                </a:lnTo>
                <a:lnTo>
                  <a:pt x="282041" y="51498"/>
                </a:lnTo>
                <a:lnTo>
                  <a:pt x="241503" y="61544"/>
                </a:lnTo>
                <a:lnTo>
                  <a:pt x="203250" y="72339"/>
                </a:lnTo>
                <a:lnTo>
                  <a:pt x="133946" y="95592"/>
                </a:lnTo>
                <a:lnTo>
                  <a:pt x="77520" y="119672"/>
                </a:lnTo>
                <a:lnTo>
                  <a:pt x="35420" y="144119"/>
                </a:lnTo>
                <a:lnTo>
                  <a:pt x="0" y="192379"/>
                </a:lnTo>
                <a:lnTo>
                  <a:pt x="9093" y="216242"/>
                </a:lnTo>
                <a:lnTo>
                  <a:pt x="77482" y="265087"/>
                </a:lnTo>
                <a:lnTo>
                  <a:pt x="133908" y="289153"/>
                </a:lnTo>
                <a:lnTo>
                  <a:pt x="203250" y="312407"/>
                </a:lnTo>
                <a:lnTo>
                  <a:pt x="241503" y="323202"/>
                </a:lnTo>
                <a:lnTo>
                  <a:pt x="282041" y="333248"/>
                </a:lnTo>
                <a:lnTo>
                  <a:pt x="324739" y="342531"/>
                </a:lnTo>
                <a:lnTo>
                  <a:pt x="369481" y="350989"/>
                </a:lnTo>
                <a:lnTo>
                  <a:pt x="416140" y="358584"/>
                </a:lnTo>
                <a:lnTo>
                  <a:pt x="464591" y="365302"/>
                </a:lnTo>
                <a:lnTo>
                  <a:pt x="514731" y="371081"/>
                </a:lnTo>
                <a:lnTo>
                  <a:pt x="566407" y="375907"/>
                </a:lnTo>
                <a:lnTo>
                  <a:pt x="619531" y="379717"/>
                </a:lnTo>
                <a:lnTo>
                  <a:pt x="673950" y="382485"/>
                </a:lnTo>
                <a:lnTo>
                  <a:pt x="729576" y="384175"/>
                </a:lnTo>
                <a:lnTo>
                  <a:pt x="786257" y="384746"/>
                </a:lnTo>
                <a:lnTo>
                  <a:pt x="842937" y="384175"/>
                </a:lnTo>
                <a:lnTo>
                  <a:pt x="898550" y="382485"/>
                </a:lnTo>
                <a:lnTo>
                  <a:pt x="952969" y="379717"/>
                </a:lnTo>
                <a:lnTo>
                  <a:pt x="1006094" y="375907"/>
                </a:lnTo>
                <a:lnTo>
                  <a:pt x="1057783" y="371081"/>
                </a:lnTo>
                <a:lnTo>
                  <a:pt x="1107909" y="365302"/>
                </a:lnTo>
                <a:lnTo>
                  <a:pt x="1156373" y="358584"/>
                </a:lnTo>
                <a:lnTo>
                  <a:pt x="1203032" y="350989"/>
                </a:lnTo>
                <a:lnTo>
                  <a:pt x="1247762" y="342531"/>
                </a:lnTo>
                <a:lnTo>
                  <a:pt x="1290472" y="333248"/>
                </a:lnTo>
                <a:lnTo>
                  <a:pt x="1330998" y="323202"/>
                </a:lnTo>
                <a:lnTo>
                  <a:pt x="1369250" y="312407"/>
                </a:lnTo>
                <a:lnTo>
                  <a:pt x="1438554" y="289153"/>
                </a:lnTo>
                <a:lnTo>
                  <a:pt x="1494980" y="265087"/>
                </a:lnTo>
                <a:lnTo>
                  <a:pt x="1537081" y="240626"/>
                </a:lnTo>
                <a:lnTo>
                  <a:pt x="1572501" y="192379"/>
                </a:lnTo>
                <a:close/>
              </a:path>
              <a:path w="1572894" h="907415">
                <a:moveTo>
                  <a:pt x="1572704" y="364985"/>
                </a:moveTo>
                <a:lnTo>
                  <a:pt x="1536661" y="384429"/>
                </a:lnTo>
                <a:lnTo>
                  <a:pt x="1496758" y="402590"/>
                </a:lnTo>
                <a:lnTo>
                  <a:pt x="1453172" y="419392"/>
                </a:lnTo>
                <a:lnTo>
                  <a:pt x="1406067" y="434733"/>
                </a:lnTo>
                <a:lnTo>
                  <a:pt x="1364983" y="446392"/>
                </a:lnTo>
                <a:lnTo>
                  <a:pt x="1321549" y="457250"/>
                </a:lnTo>
                <a:lnTo>
                  <a:pt x="1275880" y="467258"/>
                </a:lnTo>
                <a:lnTo>
                  <a:pt x="1228115" y="476377"/>
                </a:lnTo>
                <a:lnTo>
                  <a:pt x="1178394" y="484581"/>
                </a:lnTo>
                <a:lnTo>
                  <a:pt x="1126845" y="491820"/>
                </a:lnTo>
                <a:lnTo>
                  <a:pt x="1073594" y="498055"/>
                </a:lnTo>
                <a:lnTo>
                  <a:pt x="1018781" y="503237"/>
                </a:lnTo>
                <a:lnTo>
                  <a:pt x="962545" y="507352"/>
                </a:lnTo>
                <a:lnTo>
                  <a:pt x="911771" y="509981"/>
                </a:lnTo>
                <a:lnTo>
                  <a:pt x="911771" y="698246"/>
                </a:lnTo>
                <a:lnTo>
                  <a:pt x="907846" y="723303"/>
                </a:lnTo>
                <a:lnTo>
                  <a:pt x="895032" y="744181"/>
                </a:lnTo>
                <a:lnTo>
                  <a:pt x="875372" y="758761"/>
                </a:lnTo>
                <a:lnTo>
                  <a:pt x="850785" y="764933"/>
                </a:lnTo>
                <a:lnTo>
                  <a:pt x="852576" y="764933"/>
                </a:lnTo>
                <a:lnTo>
                  <a:pt x="804468" y="766673"/>
                </a:lnTo>
                <a:lnTo>
                  <a:pt x="736549" y="768007"/>
                </a:lnTo>
                <a:lnTo>
                  <a:pt x="724166" y="768007"/>
                </a:lnTo>
                <a:lnTo>
                  <a:pt x="699770" y="763054"/>
                </a:lnTo>
                <a:lnTo>
                  <a:pt x="679500" y="749312"/>
                </a:lnTo>
                <a:lnTo>
                  <a:pt x="665835" y="728941"/>
                </a:lnTo>
                <a:lnTo>
                  <a:pt x="660831" y="704037"/>
                </a:lnTo>
                <a:lnTo>
                  <a:pt x="665835" y="679119"/>
                </a:lnTo>
                <a:lnTo>
                  <a:pt x="679500" y="658761"/>
                </a:lnTo>
                <a:lnTo>
                  <a:pt x="699770" y="645020"/>
                </a:lnTo>
                <a:lnTo>
                  <a:pt x="725449" y="639800"/>
                </a:lnTo>
                <a:lnTo>
                  <a:pt x="760158" y="639800"/>
                </a:lnTo>
                <a:lnTo>
                  <a:pt x="785253" y="639483"/>
                </a:lnTo>
                <a:lnTo>
                  <a:pt x="814209" y="638657"/>
                </a:lnTo>
                <a:lnTo>
                  <a:pt x="845121" y="637387"/>
                </a:lnTo>
                <a:lnTo>
                  <a:pt x="870165" y="641261"/>
                </a:lnTo>
                <a:lnTo>
                  <a:pt x="891057" y="654011"/>
                </a:lnTo>
                <a:lnTo>
                  <a:pt x="905637" y="673658"/>
                </a:lnTo>
                <a:lnTo>
                  <a:pt x="911771" y="698246"/>
                </a:lnTo>
                <a:lnTo>
                  <a:pt x="911771" y="509981"/>
                </a:lnTo>
                <a:lnTo>
                  <a:pt x="905002" y="510324"/>
                </a:lnTo>
                <a:lnTo>
                  <a:pt x="846289" y="512152"/>
                </a:lnTo>
                <a:lnTo>
                  <a:pt x="786549" y="512762"/>
                </a:lnTo>
                <a:lnTo>
                  <a:pt x="786345" y="512762"/>
                </a:lnTo>
                <a:lnTo>
                  <a:pt x="726630" y="512152"/>
                </a:lnTo>
                <a:lnTo>
                  <a:pt x="667956" y="510324"/>
                </a:lnTo>
                <a:lnTo>
                  <a:pt x="610438" y="507352"/>
                </a:lnTo>
                <a:lnTo>
                  <a:pt x="554215" y="503237"/>
                </a:lnTo>
                <a:lnTo>
                  <a:pt x="499427" y="498055"/>
                </a:lnTo>
                <a:lnTo>
                  <a:pt x="446214" y="491820"/>
                </a:lnTo>
                <a:lnTo>
                  <a:pt x="394677" y="484581"/>
                </a:lnTo>
                <a:lnTo>
                  <a:pt x="344982" y="476377"/>
                </a:lnTo>
                <a:lnTo>
                  <a:pt x="297256" y="467258"/>
                </a:lnTo>
                <a:lnTo>
                  <a:pt x="251612" y="457250"/>
                </a:lnTo>
                <a:lnTo>
                  <a:pt x="208191" y="446392"/>
                </a:lnTo>
                <a:lnTo>
                  <a:pt x="167132" y="434733"/>
                </a:lnTo>
                <a:lnTo>
                  <a:pt x="119862" y="419392"/>
                </a:lnTo>
                <a:lnTo>
                  <a:pt x="76187" y="402590"/>
                </a:lnTo>
                <a:lnTo>
                  <a:pt x="36245" y="384429"/>
                </a:lnTo>
                <a:lnTo>
                  <a:pt x="203" y="364985"/>
                </a:lnTo>
                <a:lnTo>
                  <a:pt x="203" y="714616"/>
                </a:lnTo>
                <a:lnTo>
                  <a:pt x="35598" y="762863"/>
                </a:lnTo>
                <a:lnTo>
                  <a:pt x="77685" y="787323"/>
                </a:lnTo>
                <a:lnTo>
                  <a:pt x="134112" y="811390"/>
                </a:lnTo>
                <a:lnTo>
                  <a:pt x="203454" y="834644"/>
                </a:lnTo>
                <a:lnTo>
                  <a:pt x="241706" y="845477"/>
                </a:lnTo>
                <a:lnTo>
                  <a:pt x="282232" y="855560"/>
                </a:lnTo>
                <a:lnTo>
                  <a:pt x="324942" y="864844"/>
                </a:lnTo>
                <a:lnTo>
                  <a:pt x="369671" y="873315"/>
                </a:lnTo>
                <a:lnTo>
                  <a:pt x="416331" y="880910"/>
                </a:lnTo>
                <a:lnTo>
                  <a:pt x="464794" y="887615"/>
                </a:lnTo>
                <a:lnTo>
                  <a:pt x="514921" y="893381"/>
                </a:lnTo>
                <a:lnTo>
                  <a:pt x="566610" y="898182"/>
                </a:lnTo>
                <a:lnTo>
                  <a:pt x="619734" y="901979"/>
                </a:lnTo>
                <a:lnTo>
                  <a:pt x="674154" y="904735"/>
                </a:lnTo>
                <a:lnTo>
                  <a:pt x="729767" y="906411"/>
                </a:lnTo>
                <a:lnTo>
                  <a:pt x="786447" y="906983"/>
                </a:lnTo>
                <a:lnTo>
                  <a:pt x="843318" y="906411"/>
                </a:lnTo>
                <a:lnTo>
                  <a:pt x="898880" y="904735"/>
                </a:lnTo>
                <a:lnTo>
                  <a:pt x="953376" y="901979"/>
                </a:lnTo>
                <a:lnTo>
                  <a:pt x="1006525" y="898182"/>
                </a:lnTo>
                <a:lnTo>
                  <a:pt x="1058240" y="893381"/>
                </a:lnTo>
                <a:lnTo>
                  <a:pt x="1108379" y="887615"/>
                </a:lnTo>
                <a:lnTo>
                  <a:pt x="1156830" y="880910"/>
                </a:lnTo>
                <a:lnTo>
                  <a:pt x="1203464" y="873315"/>
                </a:lnTo>
                <a:lnTo>
                  <a:pt x="1248156" y="864844"/>
                </a:lnTo>
                <a:lnTo>
                  <a:pt x="1290802" y="855560"/>
                </a:lnTo>
                <a:lnTo>
                  <a:pt x="1331277" y="845477"/>
                </a:lnTo>
                <a:lnTo>
                  <a:pt x="1369453" y="834644"/>
                </a:lnTo>
                <a:lnTo>
                  <a:pt x="1438757" y="811390"/>
                </a:lnTo>
                <a:lnTo>
                  <a:pt x="1495171" y="787323"/>
                </a:lnTo>
                <a:lnTo>
                  <a:pt x="1528432" y="768007"/>
                </a:lnTo>
                <a:lnTo>
                  <a:pt x="1563598" y="738479"/>
                </a:lnTo>
                <a:lnTo>
                  <a:pt x="1572704" y="714616"/>
                </a:lnTo>
                <a:lnTo>
                  <a:pt x="1572704" y="637387"/>
                </a:lnTo>
                <a:lnTo>
                  <a:pt x="1572704" y="512762"/>
                </a:lnTo>
                <a:lnTo>
                  <a:pt x="1572704" y="364985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4089101" y="3221463"/>
            <a:ext cx="1012825" cy="1367155"/>
          </a:xfrm>
          <a:custGeom>
            <a:avLst/>
            <a:gdLst/>
            <a:ahLst/>
            <a:cxnLst/>
            <a:rect l="l" t="t" r="r" b="b"/>
            <a:pathLst>
              <a:path w="1012825" h="1367154">
                <a:moveTo>
                  <a:pt x="1012743" y="1366854"/>
                </a:moveTo>
                <a:lnTo>
                  <a:pt x="0" y="1366854"/>
                </a:lnTo>
                <a:lnTo>
                  <a:pt x="0" y="420463"/>
                </a:lnTo>
                <a:lnTo>
                  <a:pt x="356106" y="420463"/>
                </a:lnTo>
                <a:lnTo>
                  <a:pt x="381016" y="415407"/>
                </a:lnTo>
                <a:lnTo>
                  <a:pt x="401380" y="401642"/>
                </a:lnTo>
                <a:lnTo>
                  <a:pt x="415121" y="381273"/>
                </a:lnTo>
                <a:lnTo>
                  <a:pt x="420163" y="356405"/>
                </a:lnTo>
                <a:lnTo>
                  <a:pt x="420163" y="0"/>
                </a:lnTo>
                <a:lnTo>
                  <a:pt x="1012743" y="0"/>
                </a:lnTo>
                <a:lnTo>
                  <a:pt x="1012743" y="585695"/>
                </a:lnTo>
                <a:lnTo>
                  <a:pt x="231184" y="585695"/>
                </a:lnTo>
                <a:lnTo>
                  <a:pt x="206274" y="590708"/>
                </a:lnTo>
                <a:lnTo>
                  <a:pt x="185910" y="604403"/>
                </a:lnTo>
                <a:lnTo>
                  <a:pt x="172169" y="624757"/>
                </a:lnTo>
                <a:lnTo>
                  <a:pt x="167127" y="649752"/>
                </a:lnTo>
                <a:lnTo>
                  <a:pt x="172166" y="674662"/>
                </a:lnTo>
                <a:lnTo>
                  <a:pt x="185897" y="695026"/>
                </a:lnTo>
                <a:lnTo>
                  <a:pt x="206275" y="708767"/>
                </a:lnTo>
                <a:lnTo>
                  <a:pt x="231184" y="713809"/>
                </a:lnTo>
                <a:lnTo>
                  <a:pt x="1012743" y="713809"/>
                </a:lnTo>
                <a:lnTo>
                  <a:pt x="1012743" y="810693"/>
                </a:lnTo>
                <a:lnTo>
                  <a:pt x="231184" y="810693"/>
                </a:lnTo>
                <a:lnTo>
                  <a:pt x="206274" y="815735"/>
                </a:lnTo>
                <a:lnTo>
                  <a:pt x="185910" y="829476"/>
                </a:lnTo>
                <a:lnTo>
                  <a:pt x="172169" y="849840"/>
                </a:lnTo>
                <a:lnTo>
                  <a:pt x="167127" y="874750"/>
                </a:lnTo>
                <a:lnTo>
                  <a:pt x="172183" y="899661"/>
                </a:lnTo>
                <a:lnTo>
                  <a:pt x="185948" y="920025"/>
                </a:lnTo>
                <a:lnTo>
                  <a:pt x="206316" y="933766"/>
                </a:lnTo>
                <a:lnTo>
                  <a:pt x="231184" y="938808"/>
                </a:lnTo>
                <a:lnTo>
                  <a:pt x="1012743" y="938808"/>
                </a:lnTo>
                <a:lnTo>
                  <a:pt x="1012743" y="1035692"/>
                </a:lnTo>
                <a:lnTo>
                  <a:pt x="231184" y="1035692"/>
                </a:lnTo>
                <a:lnTo>
                  <a:pt x="206274" y="1040734"/>
                </a:lnTo>
                <a:lnTo>
                  <a:pt x="185910" y="1054475"/>
                </a:lnTo>
                <a:lnTo>
                  <a:pt x="172169" y="1074839"/>
                </a:lnTo>
                <a:lnTo>
                  <a:pt x="167127" y="1099749"/>
                </a:lnTo>
                <a:lnTo>
                  <a:pt x="172183" y="1124659"/>
                </a:lnTo>
                <a:lnTo>
                  <a:pt x="185948" y="1145023"/>
                </a:lnTo>
                <a:lnTo>
                  <a:pt x="206316" y="1158764"/>
                </a:lnTo>
                <a:lnTo>
                  <a:pt x="231184" y="1163806"/>
                </a:lnTo>
                <a:lnTo>
                  <a:pt x="1012743" y="1163806"/>
                </a:lnTo>
                <a:lnTo>
                  <a:pt x="1012743" y="1366854"/>
                </a:lnTo>
                <a:close/>
              </a:path>
              <a:path w="1012825" h="1367154">
                <a:moveTo>
                  <a:pt x="1012743" y="713809"/>
                </a:moveTo>
                <a:lnTo>
                  <a:pt x="781259" y="713809"/>
                </a:lnTo>
                <a:lnTo>
                  <a:pt x="806169" y="708767"/>
                </a:lnTo>
                <a:lnTo>
                  <a:pt x="826533" y="695026"/>
                </a:lnTo>
                <a:lnTo>
                  <a:pt x="840274" y="674662"/>
                </a:lnTo>
                <a:lnTo>
                  <a:pt x="845316" y="649752"/>
                </a:lnTo>
                <a:lnTo>
                  <a:pt x="840203" y="624757"/>
                </a:lnTo>
                <a:lnTo>
                  <a:pt x="826385" y="604403"/>
                </a:lnTo>
                <a:lnTo>
                  <a:pt x="805988" y="590708"/>
                </a:lnTo>
                <a:lnTo>
                  <a:pt x="781259" y="585695"/>
                </a:lnTo>
                <a:lnTo>
                  <a:pt x="1012743" y="585695"/>
                </a:lnTo>
                <a:lnTo>
                  <a:pt x="1012743" y="713809"/>
                </a:lnTo>
                <a:close/>
              </a:path>
              <a:path w="1012825" h="1367154">
                <a:moveTo>
                  <a:pt x="1012743" y="938808"/>
                </a:moveTo>
                <a:lnTo>
                  <a:pt x="781259" y="938808"/>
                </a:lnTo>
                <a:lnTo>
                  <a:pt x="806169" y="933766"/>
                </a:lnTo>
                <a:lnTo>
                  <a:pt x="826533" y="920025"/>
                </a:lnTo>
                <a:lnTo>
                  <a:pt x="840274" y="899661"/>
                </a:lnTo>
                <a:lnTo>
                  <a:pt x="845316" y="874750"/>
                </a:lnTo>
                <a:lnTo>
                  <a:pt x="840260" y="849840"/>
                </a:lnTo>
                <a:lnTo>
                  <a:pt x="826495" y="829476"/>
                </a:lnTo>
                <a:lnTo>
                  <a:pt x="806127" y="815735"/>
                </a:lnTo>
                <a:lnTo>
                  <a:pt x="781259" y="810693"/>
                </a:lnTo>
                <a:lnTo>
                  <a:pt x="1012743" y="810693"/>
                </a:lnTo>
                <a:lnTo>
                  <a:pt x="1012743" y="938808"/>
                </a:lnTo>
                <a:close/>
              </a:path>
              <a:path w="1012825" h="1367154">
                <a:moveTo>
                  <a:pt x="1012743" y="1163806"/>
                </a:moveTo>
                <a:lnTo>
                  <a:pt x="781259" y="1163806"/>
                </a:lnTo>
                <a:lnTo>
                  <a:pt x="806169" y="1158764"/>
                </a:lnTo>
                <a:lnTo>
                  <a:pt x="826533" y="1145023"/>
                </a:lnTo>
                <a:lnTo>
                  <a:pt x="840274" y="1124659"/>
                </a:lnTo>
                <a:lnTo>
                  <a:pt x="845316" y="1099749"/>
                </a:lnTo>
                <a:lnTo>
                  <a:pt x="840260" y="1074839"/>
                </a:lnTo>
                <a:lnTo>
                  <a:pt x="826495" y="1054475"/>
                </a:lnTo>
                <a:lnTo>
                  <a:pt x="806127" y="1040734"/>
                </a:lnTo>
                <a:lnTo>
                  <a:pt x="781259" y="1035692"/>
                </a:lnTo>
                <a:lnTo>
                  <a:pt x="1012743" y="1035692"/>
                </a:lnTo>
                <a:lnTo>
                  <a:pt x="1012743" y="1163806"/>
                </a:lnTo>
                <a:close/>
              </a:path>
            </a:pathLst>
          </a:custGeom>
          <a:solidFill>
            <a:srgbClr val="BFF5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3809225" y="6609912"/>
            <a:ext cx="1572895" cy="561340"/>
          </a:xfrm>
          <a:custGeom>
            <a:avLst/>
            <a:gdLst/>
            <a:ahLst/>
            <a:cxnLst/>
            <a:rect l="l" t="t" r="r" b="b"/>
            <a:pathLst>
              <a:path w="1572894" h="561340">
                <a:moveTo>
                  <a:pt x="786248" y="560750"/>
                </a:moveTo>
                <a:lnTo>
                  <a:pt x="729567" y="560178"/>
                </a:lnTo>
                <a:lnTo>
                  <a:pt x="673952" y="558489"/>
                </a:lnTo>
                <a:lnTo>
                  <a:pt x="619525" y="555719"/>
                </a:lnTo>
                <a:lnTo>
                  <a:pt x="566408" y="551907"/>
                </a:lnTo>
                <a:lnTo>
                  <a:pt x="514722" y="547090"/>
                </a:lnTo>
                <a:lnTo>
                  <a:pt x="464589" y="541306"/>
                </a:lnTo>
                <a:lnTo>
                  <a:pt x="416132" y="534593"/>
                </a:lnTo>
                <a:lnTo>
                  <a:pt x="369473" y="526988"/>
                </a:lnTo>
                <a:lnTo>
                  <a:pt x="324732" y="518530"/>
                </a:lnTo>
                <a:lnTo>
                  <a:pt x="282033" y="509256"/>
                </a:lnTo>
                <a:lnTo>
                  <a:pt x="241497" y="499204"/>
                </a:lnTo>
                <a:lnTo>
                  <a:pt x="203247" y="488411"/>
                </a:lnTo>
                <a:lnTo>
                  <a:pt x="133909" y="465123"/>
                </a:lnTo>
                <a:lnTo>
                  <a:pt x="77479" y="441045"/>
                </a:lnTo>
                <a:lnTo>
                  <a:pt x="35393" y="416607"/>
                </a:lnTo>
                <a:lnTo>
                  <a:pt x="0" y="368379"/>
                </a:lnTo>
                <a:lnTo>
                  <a:pt x="0" y="0"/>
                </a:lnTo>
                <a:lnTo>
                  <a:pt x="36044" y="19529"/>
                </a:lnTo>
                <a:lnTo>
                  <a:pt x="75980" y="37703"/>
                </a:lnTo>
                <a:lnTo>
                  <a:pt x="119658" y="54511"/>
                </a:lnTo>
                <a:lnTo>
                  <a:pt x="166928" y="69944"/>
                </a:lnTo>
                <a:lnTo>
                  <a:pt x="207987" y="81534"/>
                </a:lnTo>
                <a:lnTo>
                  <a:pt x="251404" y="92331"/>
                </a:lnTo>
                <a:lnTo>
                  <a:pt x="297047" y="102294"/>
                </a:lnTo>
                <a:lnTo>
                  <a:pt x="344783" y="111381"/>
                </a:lnTo>
                <a:lnTo>
                  <a:pt x="394480" y="119553"/>
                </a:lnTo>
                <a:lnTo>
                  <a:pt x="446006" y="126767"/>
                </a:lnTo>
                <a:lnTo>
                  <a:pt x="499227" y="132984"/>
                </a:lnTo>
                <a:lnTo>
                  <a:pt x="554013" y="138162"/>
                </a:lnTo>
                <a:lnTo>
                  <a:pt x="610230" y="142261"/>
                </a:lnTo>
                <a:lnTo>
                  <a:pt x="667747" y="145239"/>
                </a:lnTo>
                <a:lnTo>
                  <a:pt x="726430" y="147056"/>
                </a:lnTo>
                <a:lnTo>
                  <a:pt x="786148" y="147671"/>
                </a:lnTo>
                <a:lnTo>
                  <a:pt x="1572496" y="147671"/>
                </a:lnTo>
                <a:lnTo>
                  <a:pt x="1572496" y="289853"/>
                </a:lnTo>
                <a:lnTo>
                  <a:pt x="844917" y="289853"/>
                </a:lnTo>
                <a:lnTo>
                  <a:pt x="799287" y="291720"/>
                </a:lnTo>
                <a:lnTo>
                  <a:pt x="785050" y="292148"/>
                </a:lnTo>
                <a:lnTo>
                  <a:pt x="773803" y="292322"/>
                </a:lnTo>
                <a:lnTo>
                  <a:pt x="725011" y="292322"/>
                </a:lnTo>
                <a:lnTo>
                  <a:pt x="699564" y="297462"/>
                </a:lnTo>
                <a:lnTo>
                  <a:pt x="679298" y="311156"/>
                </a:lnTo>
                <a:lnTo>
                  <a:pt x="665637" y="331511"/>
                </a:lnTo>
                <a:lnTo>
                  <a:pt x="660627" y="356505"/>
                </a:lnTo>
                <a:lnTo>
                  <a:pt x="665637" y="381500"/>
                </a:lnTo>
                <a:lnTo>
                  <a:pt x="679298" y="401854"/>
                </a:lnTo>
                <a:lnTo>
                  <a:pt x="699564" y="415549"/>
                </a:lnTo>
                <a:lnTo>
                  <a:pt x="724115" y="420508"/>
                </a:lnTo>
                <a:lnTo>
                  <a:pt x="1530477" y="420508"/>
                </a:lnTo>
                <a:lnTo>
                  <a:pt x="1495097" y="441045"/>
                </a:lnTo>
                <a:lnTo>
                  <a:pt x="1438660" y="465123"/>
                </a:lnTo>
                <a:lnTo>
                  <a:pt x="1369249" y="488411"/>
                </a:lnTo>
                <a:lnTo>
                  <a:pt x="1330998" y="499204"/>
                </a:lnTo>
                <a:lnTo>
                  <a:pt x="1290462" y="509256"/>
                </a:lnTo>
                <a:lnTo>
                  <a:pt x="1247763" y="518530"/>
                </a:lnTo>
                <a:lnTo>
                  <a:pt x="1203023" y="526988"/>
                </a:lnTo>
                <a:lnTo>
                  <a:pt x="1156363" y="534593"/>
                </a:lnTo>
                <a:lnTo>
                  <a:pt x="1107906" y="541306"/>
                </a:lnTo>
                <a:lnTo>
                  <a:pt x="1057774" y="547090"/>
                </a:lnTo>
                <a:lnTo>
                  <a:pt x="1006088" y="551907"/>
                </a:lnTo>
                <a:lnTo>
                  <a:pt x="952970" y="555719"/>
                </a:lnTo>
                <a:lnTo>
                  <a:pt x="898543" y="558489"/>
                </a:lnTo>
                <a:lnTo>
                  <a:pt x="842928" y="560178"/>
                </a:lnTo>
                <a:lnTo>
                  <a:pt x="786248" y="560750"/>
                </a:lnTo>
                <a:close/>
              </a:path>
              <a:path w="1572894" h="561340">
                <a:moveTo>
                  <a:pt x="1572496" y="147671"/>
                </a:moveTo>
                <a:lnTo>
                  <a:pt x="786347" y="147671"/>
                </a:lnTo>
                <a:lnTo>
                  <a:pt x="846152" y="147056"/>
                </a:lnTo>
                <a:lnTo>
                  <a:pt x="904932" y="145239"/>
                </a:lnTo>
                <a:lnTo>
                  <a:pt x="962532" y="142261"/>
                </a:lnTo>
                <a:lnTo>
                  <a:pt x="1018816" y="138162"/>
                </a:lnTo>
                <a:lnTo>
                  <a:pt x="1073652" y="132984"/>
                </a:lnTo>
                <a:lnTo>
                  <a:pt x="1126906" y="126767"/>
                </a:lnTo>
                <a:lnTo>
                  <a:pt x="1178447" y="119553"/>
                </a:lnTo>
                <a:lnTo>
                  <a:pt x="1228144" y="111381"/>
                </a:lnTo>
                <a:lnTo>
                  <a:pt x="1275865" y="102294"/>
                </a:lnTo>
                <a:lnTo>
                  <a:pt x="1321479" y="92331"/>
                </a:lnTo>
                <a:lnTo>
                  <a:pt x="1364857" y="81534"/>
                </a:lnTo>
                <a:lnTo>
                  <a:pt x="1405867" y="69944"/>
                </a:lnTo>
                <a:lnTo>
                  <a:pt x="1452964" y="54511"/>
                </a:lnTo>
                <a:lnTo>
                  <a:pt x="1496552" y="37703"/>
                </a:lnTo>
                <a:lnTo>
                  <a:pt x="1536456" y="19529"/>
                </a:lnTo>
                <a:lnTo>
                  <a:pt x="1572496" y="0"/>
                </a:lnTo>
                <a:lnTo>
                  <a:pt x="1572496" y="147671"/>
                </a:lnTo>
                <a:close/>
              </a:path>
              <a:path w="1572894" h="561340">
                <a:moveTo>
                  <a:pt x="1530477" y="420508"/>
                </a:moveTo>
                <a:lnTo>
                  <a:pt x="736346" y="420508"/>
                </a:lnTo>
                <a:lnTo>
                  <a:pt x="787644" y="419765"/>
                </a:lnTo>
                <a:lnTo>
                  <a:pt x="820284" y="418804"/>
                </a:lnTo>
                <a:lnTo>
                  <a:pt x="852107" y="417398"/>
                </a:lnTo>
                <a:lnTo>
                  <a:pt x="850587" y="417398"/>
                </a:lnTo>
                <a:lnTo>
                  <a:pt x="875171" y="411408"/>
                </a:lnTo>
                <a:lnTo>
                  <a:pt x="894830" y="396915"/>
                </a:lnTo>
                <a:lnTo>
                  <a:pt x="907642" y="376061"/>
                </a:lnTo>
                <a:lnTo>
                  <a:pt x="911568" y="351017"/>
                </a:lnTo>
                <a:lnTo>
                  <a:pt x="905433" y="326419"/>
                </a:lnTo>
                <a:lnTo>
                  <a:pt x="890852" y="306741"/>
                </a:lnTo>
                <a:lnTo>
                  <a:pt x="869966" y="293910"/>
                </a:lnTo>
                <a:lnTo>
                  <a:pt x="844917" y="289853"/>
                </a:lnTo>
                <a:lnTo>
                  <a:pt x="1572496" y="289853"/>
                </a:lnTo>
                <a:lnTo>
                  <a:pt x="1572496" y="368379"/>
                </a:lnTo>
                <a:lnTo>
                  <a:pt x="1563417" y="392241"/>
                </a:lnTo>
                <a:lnTo>
                  <a:pt x="1537151" y="416607"/>
                </a:lnTo>
                <a:lnTo>
                  <a:pt x="1535835" y="417398"/>
                </a:lnTo>
                <a:lnTo>
                  <a:pt x="1530477" y="420508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3034250" y="5182094"/>
            <a:ext cx="506730" cy="1136015"/>
          </a:xfrm>
          <a:custGeom>
            <a:avLst/>
            <a:gdLst/>
            <a:ahLst/>
            <a:cxnLst/>
            <a:rect l="l" t="t" r="r" b="b"/>
            <a:pathLst>
              <a:path w="506730" h="1136014">
                <a:moveTo>
                  <a:pt x="234886" y="1135904"/>
                </a:moveTo>
                <a:lnTo>
                  <a:pt x="212152" y="1126975"/>
                </a:lnTo>
                <a:lnTo>
                  <a:pt x="194469" y="1110171"/>
                </a:lnTo>
                <a:lnTo>
                  <a:pt x="184289" y="1086977"/>
                </a:lnTo>
                <a:lnTo>
                  <a:pt x="183854" y="1061643"/>
                </a:lnTo>
                <a:lnTo>
                  <a:pt x="192782" y="1038909"/>
                </a:lnTo>
                <a:lnTo>
                  <a:pt x="209587" y="1021227"/>
                </a:lnTo>
                <a:lnTo>
                  <a:pt x="232781" y="1011046"/>
                </a:lnTo>
                <a:lnTo>
                  <a:pt x="269798" y="1002765"/>
                </a:lnTo>
                <a:lnTo>
                  <a:pt x="37316" y="868464"/>
                </a:lnTo>
                <a:lnTo>
                  <a:pt x="22183" y="858699"/>
                </a:lnTo>
                <a:lnTo>
                  <a:pt x="10389" y="845191"/>
                </a:lnTo>
                <a:lnTo>
                  <a:pt x="2729" y="828728"/>
                </a:lnTo>
                <a:lnTo>
                  <a:pt x="0" y="810094"/>
                </a:lnTo>
                <a:lnTo>
                  <a:pt x="0" y="64057"/>
                </a:lnTo>
                <a:lnTo>
                  <a:pt x="5041" y="39147"/>
                </a:lnTo>
                <a:lnTo>
                  <a:pt x="18783" y="18783"/>
                </a:lnTo>
                <a:lnTo>
                  <a:pt x="39147" y="5041"/>
                </a:lnTo>
                <a:lnTo>
                  <a:pt x="64057" y="0"/>
                </a:lnTo>
                <a:lnTo>
                  <a:pt x="88967" y="5055"/>
                </a:lnTo>
                <a:lnTo>
                  <a:pt x="109331" y="18820"/>
                </a:lnTo>
                <a:lnTo>
                  <a:pt x="123072" y="39189"/>
                </a:lnTo>
                <a:lnTo>
                  <a:pt x="128114" y="64057"/>
                </a:lnTo>
                <a:lnTo>
                  <a:pt x="128114" y="773476"/>
                </a:lnTo>
                <a:lnTo>
                  <a:pt x="341439" y="896602"/>
                </a:lnTo>
                <a:lnTo>
                  <a:pt x="328966" y="850704"/>
                </a:lnTo>
                <a:lnTo>
                  <a:pt x="327417" y="825431"/>
                </a:lnTo>
                <a:lnTo>
                  <a:pt x="335427" y="802299"/>
                </a:lnTo>
                <a:lnTo>
                  <a:pt x="351557" y="783789"/>
                </a:lnTo>
                <a:lnTo>
                  <a:pt x="374365" y="772378"/>
                </a:lnTo>
                <a:lnTo>
                  <a:pt x="399681" y="770829"/>
                </a:lnTo>
                <a:lnTo>
                  <a:pt x="422882" y="778839"/>
                </a:lnTo>
                <a:lnTo>
                  <a:pt x="441407" y="794969"/>
                </a:lnTo>
                <a:lnTo>
                  <a:pt x="452691" y="817777"/>
                </a:lnTo>
                <a:lnTo>
                  <a:pt x="505174" y="1012543"/>
                </a:lnTo>
                <a:lnTo>
                  <a:pt x="498713" y="1061134"/>
                </a:lnTo>
                <a:lnTo>
                  <a:pt x="459775" y="1090868"/>
                </a:lnTo>
                <a:lnTo>
                  <a:pt x="452791" y="1092465"/>
                </a:lnTo>
                <a:lnTo>
                  <a:pt x="260220" y="1135469"/>
                </a:lnTo>
                <a:lnTo>
                  <a:pt x="234886" y="1135904"/>
                </a:lnTo>
                <a:close/>
              </a:path>
            </a:pathLst>
          </a:custGeom>
          <a:solidFill>
            <a:srgbClr val="4042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2475795" y="4404227"/>
            <a:ext cx="289560" cy="596900"/>
          </a:xfrm>
          <a:custGeom>
            <a:avLst/>
            <a:gdLst/>
            <a:ahLst/>
            <a:cxnLst/>
            <a:rect l="l" t="t" r="r" b="b"/>
            <a:pathLst>
              <a:path w="289559" h="596900">
                <a:moveTo>
                  <a:pt x="289055" y="596471"/>
                </a:moveTo>
                <a:lnTo>
                  <a:pt x="0" y="596471"/>
                </a:lnTo>
                <a:lnTo>
                  <a:pt x="0" y="0"/>
                </a:lnTo>
                <a:lnTo>
                  <a:pt x="289055" y="0"/>
                </a:lnTo>
                <a:lnTo>
                  <a:pt x="289055" y="596471"/>
                </a:lnTo>
                <a:close/>
              </a:path>
            </a:pathLst>
          </a:custGeom>
          <a:solidFill>
            <a:srgbClr val="FF5B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2953731" y="3905539"/>
            <a:ext cx="289560" cy="1095375"/>
          </a:xfrm>
          <a:custGeom>
            <a:avLst/>
            <a:gdLst/>
            <a:ahLst/>
            <a:cxnLst/>
            <a:rect l="l" t="t" r="r" b="b"/>
            <a:pathLst>
              <a:path w="289559" h="1095375">
                <a:moveTo>
                  <a:pt x="289055" y="1095159"/>
                </a:moveTo>
                <a:lnTo>
                  <a:pt x="0" y="1095159"/>
                </a:lnTo>
                <a:lnTo>
                  <a:pt x="0" y="0"/>
                </a:lnTo>
                <a:lnTo>
                  <a:pt x="289055" y="0"/>
                </a:lnTo>
                <a:lnTo>
                  <a:pt x="289055" y="1095159"/>
                </a:lnTo>
                <a:close/>
              </a:path>
            </a:pathLst>
          </a:custGeom>
          <a:solidFill>
            <a:srgbClr val="BFF5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3431766" y="4152488"/>
            <a:ext cx="289560" cy="848360"/>
          </a:xfrm>
          <a:custGeom>
            <a:avLst/>
            <a:gdLst/>
            <a:ahLst/>
            <a:cxnLst/>
            <a:rect l="l" t="t" r="r" b="b"/>
            <a:pathLst>
              <a:path w="289559" h="848360">
                <a:moveTo>
                  <a:pt x="289055" y="848110"/>
                </a:moveTo>
                <a:lnTo>
                  <a:pt x="0" y="848110"/>
                </a:lnTo>
                <a:lnTo>
                  <a:pt x="0" y="0"/>
                </a:lnTo>
                <a:lnTo>
                  <a:pt x="289055" y="0"/>
                </a:lnTo>
                <a:lnTo>
                  <a:pt x="289055" y="848110"/>
                </a:lnTo>
                <a:close/>
              </a:path>
            </a:pathLst>
          </a:custGeom>
          <a:solidFill>
            <a:srgbClr val="FEDF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5649471" y="5182094"/>
            <a:ext cx="507365" cy="1136015"/>
          </a:xfrm>
          <a:custGeom>
            <a:avLst/>
            <a:gdLst/>
            <a:ahLst/>
            <a:cxnLst/>
            <a:rect l="l" t="t" r="r" b="b"/>
            <a:pathLst>
              <a:path w="507365" h="1136014">
                <a:moveTo>
                  <a:pt x="271879" y="1135904"/>
                </a:moveTo>
                <a:lnTo>
                  <a:pt x="246503" y="1135469"/>
                </a:lnTo>
                <a:lnTo>
                  <a:pt x="53932" y="1092465"/>
                </a:lnTo>
                <a:lnTo>
                  <a:pt x="49243" y="1091667"/>
                </a:lnTo>
                <a:lnTo>
                  <a:pt x="46948" y="1090869"/>
                </a:lnTo>
                <a:lnTo>
                  <a:pt x="24139" y="1079613"/>
                </a:lnTo>
                <a:lnTo>
                  <a:pt x="8010" y="1061135"/>
                </a:lnTo>
                <a:lnTo>
                  <a:pt x="0" y="1037943"/>
                </a:lnTo>
                <a:lnTo>
                  <a:pt x="1549" y="1012543"/>
                </a:lnTo>
                <a:lnTo>
                  <a:pt x="54431" y="817877"/>
                </a:lnTo>
                <a:lnTo>
                  <a:pt x="65687" y="795068"/>
                </a:lnTo>
                <a:lnTo>
                  <a:pt x="84165" y="778939"/>
                </a:lnTo>
                <a:lnTo>
                  <a:pt x="107357" y="770928"/>
                </a:lnTo>
                <a:lnTo>
                  <a:pt x="132757" y="772478"/>
                </a:lnTo>
                <a:lnTo>
                  <a:pt x="155392" y="783903"/>
                </a:lnTo>
                <a:lnTo>
                  <a:pt x="171433" y="802436"/>
                </a:lnTo>
                <a:lnTo>
                  <a:pt x="179411" y="825572"/>
                </a:lnTo>
                <a:lnTo>
                  <a:pt x="177856" y="850804"/>
                </a:lnTo>
                <a:lnTo>
                  <a:pt x="165683" y="896402"/>
                </a:lnTo>
                <a:lnTo>
                  <a:pt x="379008" y="773277"/>
                </a:lnTo>
                <a:lnTo>
                  <a:pt x="379008" y="64057"/>
                </a:lnTo>
                <a:lnTo>
                  <a:pt x="384022" y="39147"/>
                </a:lnTo>
                <a:lnTo>
                  <a:pt x="397716" y="18783"/>
                </a:lnTo>
                <a:lnTo>
                  <a:pt x="418071" y="5041"/>
                </a:lnTo>
                <a:lnTo>
                  <a:pt x="443065" y="0"/>
                </a:lnTo>
                <a:lnTo>
                  <a:pt x="467876" y="5156"/>
                </a:lnTo>
                <a:lnTo>
                  <a:pt x="488240" y="18920"/>
                </a:lnTo>
                <a:lnTo>
                  <a:pt x="501981" y="39289"/>
                </a:lnTo>
                <a:lnTo>
                  <a:pt x="507023" y="64157"/>
                </a:lnTo>
                <a:lnTo>
                  <a:pt x="507023" y="810195"/>
                </a:lnTo>
                <a:lnTo>
                  <a:pt x="485471" y="857971"/>
                </a:lnTo>
                <a:lnTo>
                  <a:pt x="237124" y="1002765"/>
                </a:lnTo>
                <a:lnTo>
                  <a:pt x="273942" y="1011047"/>
                </a:lnTo>
                <a:lnTo>
                  <a:pt x="297178" y="1021213"/>
                </a:lnTo>
                <a:lnTo>
                  <a:pt x="314053" y="1038872"/>
                </a:lnTo>
                <a:lnTo>
                  <a:pt x="322995" y="1061601"/>
                </a:lnTo>
                <a:lnTo>
                  <a:pt x="322434" y="1086978"/>
                </a:lnTo>
                <a:lnTo>
                  <a:pt x="312268" y="1110171"/>
                </a:lnTo>
                <a:lnTo>
                  <a:pt x="294608" y="1126976"/>
                </a:lnTo>
                <a:lnTo>
                  <a:pt x="271879" y="1135904"/>
                </a:lnTo>
                <a:close/>
              </a:path>
            </a:pathLst>
          </a:custGeom>
          <a:solidFill>
            <a:srgbClr val="4042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4152858" y="32855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391" y="228291"/>
                </a:moveTo>
                <a:lnTo>
                  <a:pt x="0" y="228291"/>
                </a:lnTo>
                <a:lnTo>
                  <a:pt x="228391" y="0"/>
                </a:lnTo>
                <a:lnTo>
                  <a:pt x="228391" y="228291"/>
                </a:lnTo>
                <a:close/>
              </a:path>
            </a:pathLst>
          </a:custGeom>
          <a:solidFill>
            <a:srgbClr val="BFF5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6136339" y="3767047"/>
            <a:ext cx="655955" cy="551180"/>
          </a:xfrm>
          <a:custGeom>
            <a:avLst/>
            <a:gdLst/>
            <a:ahLst/>
            <a:cxnLst/>
            <a:rect l="l" t="t" r="r" b="b"/>
            <a:pathLst>
              <a:path w="655955" h="551179">
                <a:moveTo>
                  <a:pt x="0" y="550573"/>
                </a:moveTo>
                <a:lnTo>
                  <a:pt x="355607" y="2095"/>
                </a:lnTo>
                <a:lnTo>
                  <a:pt x="356106" y="1596"/>
                </a:lnTo>
                <a:lnTo>
                  <a:pt x="356904" y="0"/>
                </a:lnTo>
                <a:lnTo>
                  <a:pt x="397753" y="29493"/>
                </a:lnTo>
                <a:lnTo>
                  <a:pt x="436445" y="62165"/>
                </a:lnTo>
                <a:lnTo>
                  <a:pt x="472871" y="97969"/>
                </a:lnTo>
                <a:lnTo>
                  <a:pt x="506818" y="136857"/>
                </a:lnTo>
                <a:lnTo>
                  <a:pt x="538077" y="178784"/>
                </a:lnTo>
                <a:lnTo>
                  <a:pt x="566437" y="223701"/>
                </a:lnTo>
                <a:lnTo>
                  <a:pt x="591211" y="270686"/>
                </a:lnTo>
                <a:lnTo>
                  <a:pt x="611903" y="318704"/>
                </a:lnTo>
                <a:lnTo>
                  <a:pt x="628586" y="367543"/>
                </a:lnTo>
                <a:lnTo>
                  <a:pt x="641337" y="416989"/>
                </a:lnTo>
                <a:lnTo>
                  <a:pt x="650230" y="466828"/>
                </a:lnTo>
                <a:lnTo>
                  <a:pt x="655339" y="516848"/>
                </a:lnTo>
                <a:lnTo>
                  <a:pt x="653743" y="516848"/>
                </a:lnTo>
                <a:lnTo>
                  <a:pt x="653244" y="517147"/>
                </a:lnTo>
                <a:lnTo>
                  <a:pt x="0" y="550573"/>
                </a:lnTo>
                <a:close/>
              </a:path>
            </a:pathLst>
          </a:custGeom>
          <a:solidFill>
            <a:srgbClr val="FEDF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$PPTXTitle"/>
          <p:cNvSpPr txBox="1">
            <a:spLocks noGrp="1"/>
          </p:cNvSpPr>
          <p:nvPr>
            <p:ph type="title"/>
          </p:nvPr>
        </p:nvSpPr>
        <p:spPr>
          <a:xfrm>
            <a:off x="1012144" y="718984"/>
            <a:ext cx="899795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Data</a:t>
            </a:r>
            <a:r>
              <a:rPr dirty="0" spc="-290"/>
              <a:t> </a:t>
            </a:r>
            <a:r>
              <a:rPr dirty="0" spc="110"/>
              <a:t>Collection</a:t>
            </a:r>
            <a:r>
              <a:rPr dirty="0" spc="-285"/>
              <a:t> </a:t>
            </a:r>
            <a:r>
              <a:rPr dirty="0" spc="335"/>
              <a:t>&amp;</a:t>
            </a:r>
            <a:r>
              <a:rPr dirty="0" spc="-290"/>
              <a:t> </a:t>
            </a:r>
            <a:r>
              <a:rPr dirty="0" spc="175"/>
              <a:t>Sources</a:t>
            </a:r>
          </a:p>
        </p:txBody>
      </p:sp>
      <p:sp>
        <p:nvSpPr>
          <p:cNvPr id="124" name="object 124"/>
          <p:cNvSpPr txBox="1"/>
          <p:nvPr/>
        </p:nvSpPr>
        <p:spPr>
          <a:xfrm>
            <a:off x="1067464" y="2266976"/>
            <a:ext cx="14562455" cy="6222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060" marR="1002665">
              <a:lnSpc>
                <a:spcPct val="139600"/>
              </a:lnSpc>
              <a:spcBef>
                <a:spcPts val="100"/>
              </a:spcBef>
            </a:pPr>
            <a:r>
              <a:rPr dirty="0" sz="3000" spc="-70">
                <a:solidFill>
                  <a:srgbClr val="F1F1F1"/>
                </a:solidFill>
                <a:latin typeface="Arial Black"/>
                <a:cs typeface="Arial Black"/>
              </a:rPr>
              <a:t>Data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45">
                <a:solidFill>
                  <a:srgbClr val="F1F1F1"/>
                </a:solidFill>
                <a:latin typeface="Arial Black"/>
                <a:cs typeface="Arial Black"/>
              </a:rPr>
              <a:t>was</a:t>
            </a:r>
            <a:r>
              <a:rPr dirty="0" sz="3000" spc="-33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25">
                <a:solidFill>
                  <a:srgbClr val="F1F1F1"/>
                </a:solidFill>
                <a:latin typeface="Arial Black"/>
                <a:cs typeface="Arial Black"/>
              </a:rPr>
              <a:t>extracted</a:t>
            </a:r>
            <a:r>
              <a:rPr dirty="0" sz="3000" spc="-33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35">
                <a:solidFill>
                  <a:srgbClr val="F1F1F1"/>
                </a:solidFill>
                <a:latin typeface="Arial Black"/>
                <a:cs typeface="Arial Black"/>
              </a:rPr>
              <a:t>from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00">
                <a:solidFill>
                  <a:srgbClr val="F1F1F1"/>
                </a:solidFill>
                <a:latin typeface="Arial Black"/>
                <a:cs typeface="Arial Black"/>
              </a:rPr>
              <a:t>the</a:t>
            </a:r>
            <a:r>
              <a:rPr dirty="0" sz="3000" spc="-33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0">
                <a:solidFill>
                  <a:srgbClr val="F1F1F1"/>
                </a:solidFill>
                <a:latin typeface="Arial Black"/>
                <a:cs typeface="Arial Black"/>
              </a:rPr>
              <a:t>company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95">
                <a:solidFill>
                  <a:srgbClr val="F1F1F1"/>
                </a:solidFill>
                <a:latin typeface="Arial Black"/>
                <a:cs typeface="Arial Black"/>
              </a:rPr>
              <a:t>CRM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80">
                <a:solidFill>
                  <a:srgbClr val="F1F1F1"/>
                </a:solidFill>
                <a:latin typeface="Arial Black"/>
                <a:cs typeface="Arial Black"/>
              </a:rPr>
              <a:t>system</a:t>
            </a:r>
            <a:r>
              <a:rPr dirty="0" sz="3000" spc="-33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40">
                <a:solidFill>
                  <a:srgbClr val="F1F1F1"/>
                </a:solidFill>
                <a:latin typeface="Arial Black"/>
                <a:cs typeface="Arial Black"/>
              </a:rPr>
              <a:t>through</a:t>
            </a:r>
            <a:r>
              <a:rPr dirty="0" sz="3000" spc="-33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0">
                <a:solidFill>
                  <a:srgbClr val="F1F1F1"/>
                </a:solidFill>
                <a:latin typeface="Arial Black"/>
                <a:cs typeface="Arial Black"/>
              </a:rPr>
              <a:t>multiple </a:t>
            </a:r>
            <a:r>
              <a:rPr dirty="0" sz="3000" spc="-110">
                <a:solidFill>
                  <a:srgbClr val="F1F1F1"/>
                </a:solidFill>
                <a:latin typeface="Arial Black"/>
                <a:cs typeface="Arial Black"/>
              </a:rPr>
              <a:t>exported</a:t>
            </a:r>
            <a:r>
              <a:rPr dirty="0" sz="3000" spc="-33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260">
                <a:solidFill>
                  <a:srgbClr val="F1F1F1"/>
                </a:solidFill>
                <a:latin typeface="Arial Black"/>
                <a:cs typeface="Arial Black"/>
              </a:rPr>
              <a:t>Excel</a:t>
            </a:r>
            <a:r>
              <a:rPr dirty="0" sz="3000" spc="-33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0">
                <a:solidFill>
                  <a:srgbClr val="F1F1F1"/>
                </a:solidFill>
                <a:latin typeface="Arial Black"/>
                <a:cs typeface="Arial Black"/>
              </a:rPr>
              <a:t>files,</a:t>
            </a:r>
            <a:endParaRPr sz="3000">
              <a:latin typeface="Arial Black"/>
              <a:cs typeface="Arial Black"/>
            </a:endParaRPr>
          </a:p>
          <a:p>
            <a:pPr marL="179705">
              <a:lnSpc>
                <a:spcPct val="100000"/>
              </a:lnSpc>
              <a:spcBef>
                <a:spcPts val="1425"/>
              </a:spcBef>
            </a:pPr>
            <a:r>
              <a:rPr dirty="0" sz="3000" spc="-10">
                <a:solidFill>
                  <a:srgbClr val="F1F1F1"/>
                </a:solidFill>
                <a:latin typeface="Arial Black"/>
                <a:cs typeface="Arial Black"/>
              </a:rPr>
              <a:t>including:</a:t>
            </a:r>
            <a:endParaRPr sz="3000">
              <a:latin typeface="Arial Black"/>
              <a:cs typeface="Arial Black"/>
            </a:endParaRPr>
          </a:p>
          <a:p>
            <a:pPr marL="433070" marR="11021695">
              <a:lnSpc>
                <a:spcPct val="138900"/>
              </a:lnSpc>
              <a:spcBef>
                <a:spcPts val="1085"/>
              </a:spcBef>
            </a:pPr>
            <a:r>
              <a:rPr dirty="0" sz="2950" spc="95">
                <a:solidFill>
                  <a:srgbClr val="FFFFFF"/>
                </a:solidFill>
                <a:latin typeface="Lucida Sans Unicode"/>
                <a:cs typeface="Lucida Sans Unicode"/>
              </a:rPr>
              <a:t>Customers</a:t>
            </a:r>
            <a:r>
              <a:rPr dirty="0" sz="29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35">
                <a:solidFill>
                  <a:srgbClr val="FFFFFF"/>
                </a:solidFill>
                <a:latin typeface="Lucida Sans Unicode"/>
                <a:cs typeface="Lucida Sans Unicode"/>
              </a:rPr>
              <a:t>Data </a:t>
            </a:r>
            <a:r>
              <a:rPr dirty="0" sz="2950" spc="130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9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3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endParaRPr sz="2950">
              <a:latin typeface="Lucida Sans Unicode"/>
              <a:cs typeface="Lucida Sans Unicode"/>
            </a:endParaRPr>
          </a:p>
          <a:p>
            <a:pPr marL="433070">
              <a:lnSpc>
                <a:spcPct val="100000"/>
              </a:lnSpc>
              <a:spcBef>
                <a:spcPts val="1535"/>
              </a:spcBef>
            </a:pPr>
            <a:r>
              <a:rPr dirty="0" sz="2950" spc="70">
                <a:solidFill>
                  <a:srgbClr val="FFFFFF"/>
                </a:solidFill>
                <a:latin typeface="Lucida Sans Unicode"/>
                <a:cs typeface="Lucida Sans Unicode"/>
              </a:rPr>
              <a:t>CRM</a:t>
            </a:r>
            <a:r>
              <a:rPr dirty="0" sz="29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25">
                <a:solidFill>
                  <a:srgbClr val="FFFFFF"/>
                </a:solidFill>
                <a:latin typeface="Lucida Sans Unicode"/>
                <a:cs typeface="Lucida Sans Unicode"/>
              </a:rPr>
              <a:t>Feedback</a:t>
            </a:r>
            <a:endParaRPr sz="2950">
              <a:latin typeface="Lucida Sans Unicode"/>
              <a:cs typeface="Lucida Sans Unicode"/>
            </a:endParaRPr>
          </a:p>
          <a:p>
            <a:pPr marL="433070">
              <a:lnSpc>
                <a:spcPct val="100000"/>
              </a:lnSpc>
              <a:spcBef>
                <a:spcPts val="1230"/>
              </a:spcBef>
            </a:pPr>
            <a:r>
              <a:rPr dirty="0" sz="2950" spc="130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9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55">
                <a:solidFill>
                  <a:srgbClr val="FFFFFF"/>
                </a:solidFill>
                <a:latin typeface="Lucida Sans Unicode"/>
                <a:cs typeface="Lucida Sans Unicode"/>
              </a:rPr>
              <a:t>Team</a:t>
            </a:r>
            <a:r>
              <a:rPr dirty="0" sz="29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05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endParaRPr sz="2950">
              <a:latin typeface="Lucida Sans Unicode"/>
              <a:cs typeface="Lucida Sans Unicode"/>
            </a:endParaRPr>
          </a:p>
          <a:p>
            <a:pPr marL="433070">
              <a:lnSpc>
                <a:spcPct val="100000"/>
              </a:lnSpc>
              <a:spcBef>
                <a:spcPts val="1760"/>
              </a:spcBef>
            </a:pPr>
            <a:r>
              <a:rPr dirty="0" sz="2950" spc="65">
                <a:solidFill>
                  <a:srgbClr val="FFFFFF"/>
                </a:solidFill>
                <a:latin typeface="Lucida Sans Unicode"/>
                <a:cs typeface="Lucida Sans Unicode"/>
              </a:rPr>
              <a:t>Detailed</a:t>
            </a:r>
            <a:r>
              <a:rPr dirty="0" sz="29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30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9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Lucida Sans Unicode"/>
                <a:cs typeface="Lucida Sans Unicode"/>
              </a:rPr>
              <a:t>Reports</a:t>
            </a:r>
            <a:endParaRPr sz="2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50"/>
              </a:spcBef>
            </a:pPr>
            <a:r>
              <a:rPr dirty="0" sz="3000" spc="-195">
                <a:solidFill>
                  <a:srgbClr val="F1F1F1"/>
                </a:solidFill>
                <a:latin typeface="Arial Black"/>
                <a:cs typeface="Arial Black"/>
              </a:rPr>
              <a:t>The</a:t>
            </a:r>
            <a:r>
              <a:rPr dirty="0" sz="3000" spc="-32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95">
                <a:solidFill>
                  <a:srgbClr val="F1F1F1"/>
                </a:solidFill>
                <a:latin typeface="Arial Black"/>
                <a:cs typeface="Arial Black"/>
              </a:rPr>
              <a:t>datasets</a:t>
            </a:r>
            <a:r>
              <a:rPr dirty="0" sz="3000" spc="-3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70">
                <a:solidFill>
                  <a:srgbClr val="F1F1F1"/>
                </a:solidFill>
                <a:latin typeface="Arial Black"/>
                <a:cs typeface="Arial Black"/>
              </a:rPr>
              <a:t>were</a:t>
            </a:r>
            <a:r>
              <a:rPr dirty="0" sz="3000" spc="-3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00">
                <a:solidFill>
                  <a:srgbClr val="F1F1F1"/>
                </a:solidFill>
                <a:latin typeface="Arial Black"/>
                <a:cs typeface="Arial Black"/>
              </a:rPr>
              <a:t>later</a:t>
            </a:r>
            <a:r>
              <a:rPr dirty="0" sz="3000" spc="-3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00">
                <a:solidFill>
                  <a:srgbClr val="F1F1F1"/>
                </a:solidFill>
                <a:latin typeface="Arial Black"/>
                <a:cs typeface="Arial Black"/>
              </a:rPr>
              <a:t>cleaned,</a:t>
            </a:r>
            <a:r>
              <a:rPr dirty="0" sz="3000" spc="-3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70">
                <a:solidFill>
                  <a:srgbClr val="F1F1F1"/>
                </a:solidFill>
                <a:latin typeface="Arial Black"/>
                <a:cs typeface="Arial Black"/>
              </a:rPr>
              <a:t>transformed,</a:t>
            </a:r>
            <a:r>
              <a:rPr dirty="0" sz="3000" spc="-3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>
                <a:solidFill>
                  <a:srgbClr val="F1F1F1"/>
                </a:solidFill>
                <a:latin typeface="Arial Black"/>
                <a:cs typeface="Arial Black"/>
              </a:rPr>
              <a:t>and</a:t>
            </a:r>
            <a:r>
              <a:rPr dirty="0" sz="3000" spc="-320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75">
                <a:solidFill>
                  <a:srgbClr val="F1F1F1"/>
                </a:solidFill>
                <a:latin typeface="Arial Black"/>
                <a:cs typeface="Arial Black"/>
              </a:rPr>
              <a:t>integrated</a:t>
            </a:r>
            <a:r>
              <a:rPr dirty="0" sz="3000" spc="-3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95">
                <a:solidFill>
                  <a:srgbClr val="F1F1F1"/>
                </a:solidFill>
                <a:latin typeface="Arial Black"/>
                <a:cs typeface="Arial Black"/>
              </a:rPr>
              <a:t>for</a:t>
            </a:r>
            <a:r>
              <a:rPr dirty="0" sz="3000" spc="-315">
                <a:solidFill>
                  <a:srgbClr val="F1F1F1"/>
                </a:solidFill>
                <a:latin typeface="Arial Black"/>
                <a:cs typeface="Arial Black"/>
              </a:rPr>
              <a:t> </a:t>
            </a:r>
            <a:r>
              <a:rPr dirty="0" sz="3000" spc="-10">
                <a:solidFill>
                  <a:srgbClr val="F1F1F1"/>
                </a:solidFill>
                <a:latin typeface="Arial Black"/>
                <a:cs typeface="Arial Black"/>
              </a:rPr>
              <a:t>analysis.</a:t>
            </a:r>
            <a:endParaRPr sz="3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283" y="1966792"/>
            <a:ext cx="148978" cy="148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5633" y="1972748"/>
            <a:ext cx="137053" cy="137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9059" y="1978717"/>
            <a:ext cx="125141" cy="1251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0572" y="1984673"/>
            <a:ext cx="113203" cy="1132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7811" y="1996598"/>
            <a:ext cx="89366" cy="893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0147" y="1990642"/>
            <a:ext cx="101291" cy="1012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3549" y="2002554"/>
            <a:ext cx="77441" cy="774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7363" y="2008523"/>
            <a:ext cx="65529" cy="6551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719251" y="2014479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89227" y="2020435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80303" y="9882814"/>
            <a:ext cx="79213" cy="7921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90273" y="9882814"/>
            <a:ext cx="79202" cy="7921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0189" y="9882814"/>
            <a:ext cx="79213" cy="7921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0231" y="9882814"/>
            <a:ext cx="79213" cy="7921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158" y="9882814"/>
            <a:ext cx="79202" cy="792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30502" y="9882814"/>
            <a:ext cx="79202" cy="7921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40460" y="9882814"/>
            <a:ext cx="79213" cy="7921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50418" y="9882814"/>
            <a:ext cx="79213" cy="7921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60388" y="9882814"/>
            <a:ext cx="79202" cy="7921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70346" y="9882814"/>
            <a:ext cx="79213" cy="7921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10575" y="9882814"/>
            <a:ext cx="79213" cy="7921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20533" y="9882814"/>
            <a:ext cx="79213" cy="7921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86234" y="9415284"/>
            <a:ext cx="67348" cy="6734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96208" y="9415285"/>
            <a:ext cx="67333" cy="6734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6163" y="9415284"/>
            <a:ext cx="67348" cy="6734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16121" y="9415284"/>
            <a:ext cx="67348" cy="6734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093" y="9415285"/>
            <a:ext cx="67332" cy="6734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536437" y="9415285"/>
            <a:ext cx="67332" cy="6734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46393" y="9415284"/>
            <a:ext cx="67348" cy="6734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56351" y="9415284"/>
            <a:ext cx="67348" cy="6734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366322" y="9415285"/>
            <a:ext cx="67332" cy="6734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76280" y="9415284"/>
            <a:ext cx="67348" cy="67348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1598110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08071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18035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7996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957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7" y="1713"/>
                </a:lnTo>
                <a:lnTo>
                  <a:pt x="37217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7" y="37215"/>
                </a:lnTo>
                <a:lnTo>
                  <a:pt x="30287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768228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78186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988149" y="8953691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7560498" y="10507"/>
            <a:ext cx="114821" cy="11481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950541" y="10507"/>
            <a:ext cx="114810" cy="11481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610312" y="10507"/>
            <a:ext cx="114810" cy="11481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000342" y="10507"/>
            <a:ext cx="114821" cy="11481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390384" y="10507"/>
            <a:ext cx="114821" cy="11481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780426" y="10507"/>
            <a:ext cx="114810" cy="11481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170457" y="10507"/>
            <a:ext cx="114821" cy="11481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830228" y="10507"/>
            <a:ext cx="114821" cy="11481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5220269" y="10507"/>
            <a:ext cx="114821" cy="11481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881002" y="10507"/>
            <a:ext cx="114810" cy="11481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271033" y="10507"/>
            <a:ext cx="114821" cy="11481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661074" y="10507"/>
            <a:ext cx="114821" cy="11481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441147" y="10507"/>
            <a:ext cx="114821" cy="11481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051117" y="10507"/>
            <a:ext cx="114810" cy="11481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566433" y="489905"/>
            <a:ext cx="102952" cy="10295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490960" y="10507"/>
            <a:ext cx="114821" cy="11481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956476" y="489905"/>
            <a:ext cx="102940" cy="10295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616246" y="489905"/>
            <a:ext cx="102941" cy="102952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006277" y="489905"/>
            <a:ext cx="102952" cy="102952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396318" y="489905"/>
            <a:ext cx="102952" cy="102952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786361" y="489905"/>
            <a:ext cx="102941" cy="10295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7176391" y="489905"/>
            <a:ext cx="102952" cy="102952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836162" y="489905"/>
            <a:ext cx="102952" cy="10295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226203" y="489905"/>
            <a:ext cx="102952" cy="102952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276967" y="489905"/>
            <a:ext cx="102952" cy="102952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667009" y="489905"/>
            <a:ext cx="102952" cy="102952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057052" y="489905"/>
            <a:ext cx="102940" cy="10295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447082" y="489905"/>
            <a:ext cx="102952" cy="102952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572367" y="969303"/>
            <a:ext cx="91083" cy="9108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962410" y="969303"/>
            <a:ext cx="91071" cy="9108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622181" y="969303"/>
            <a:ext cx="91071" cy="9108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012211" y="969303"/>
            <a:ext cx="91083" cy="9108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402253" y="969303"/>
            <a:ext cx="91083" cy="9108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6792295" y="969303"/>
            <a:ext cx="91071" cy="91083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7182326" y="969303"/>
            <a:ext cx="91083" cy="9108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4842097" y="969303"/>
            <a:ext cx="91083" cy="91083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232138" y="969303"/>
            <a:ext cx="91083" cy="91083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4062986" y="969303"/>
            <a:ext cx="91071" cy="9108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78302" y="1448701"/>
            <a:ext cx="79213" cy="79213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4453017" y="969303"/>
            <a:ext cx="91082" cy="9108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68345" y="1448701"/>
            <a:ext cx="79202" cy="7921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28115" y="1448701"/>
            <a:ext cx="79202" cy="7921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18146" y="1448701"/>
            <a:ext cx="79213" cy="7921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08187" y="1448701"/>
            <a:ext cx="79213" cy="7921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98230" y="1448701"/>
            <a:ext cx="79202" cy="79213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188260" y="1448701"/>
            <a:ext cx="79213" cy="7921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848031" y="1448701"/>
            <a:ext cx="79213" cy="7921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238072" y="1448701"/>
            <a:ext cx="79213" cy="79213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584238" y="1928097"/>
            <a:ext cx="67348" cy="67348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7974279" y="1928099"/>
            <a:ext cx="67333" cy="67344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5634050" y="1928099"/>
            <a:ext cx="67332" cy="67344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024079" y="1928097"/>
            <a:ext cx="67348" cy="6734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414120" y="1928097"/>
            <a:ext cx="67348" cy="67348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804164" y="1928099"/>
            <a:ext cx="67332" cy="67344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194190" y="1928097"/>
            <a:ext cx="67348" cy="67348"/>
          </a:xfrm>
          <a:prstGeom prst="rect">
            <a:avLst/>
          </a:prstGeom>
        </p:spPr>
      </p:pic>
      <p:sp>
        <p:nvSpPr>
          <p:cNvPr id="98" name="object 98"/>
          <p:cNvSpPr/>
          <p:nvPr/>
        </p:nvSpPr>
        <p:spPr>
          <a:xfrm>
            <a:off x="1759610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7" y="1713"/>
                </a:lnTo>
                <a:lnTo>
                  <a:pt x="37216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6" y="37214"/>
                </a:lnTo>
                <a:lnTo>
                  <a:pt x="30287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7986145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7" y="1713"/>
                </a:lnTo>
                <a:lnTo>
                  <a:pt x="37217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7" y="37214"/>
                </a:lnTo>
                <a:lnTo>
                  <a:pt x="30287" y="41886"/>
                </a:lnTo>
                <a:lnTo>
                  <a:pt x="21800" y="43600"/>
                </a:lnTo>
                <a:lnTo>
                  <a:pt x="13315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6425992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8" y="1713"/>
                </a:lnTo>
                <a:lnTo>
                  <a:pt x="37216" y="6384"/>
                </a:lnTo>
                <a:lnTo>
                  <a:pt x="41887" y="13313"/>
                </a:lnTo>
                <a:lnTo>
                  <a:pt x="43600" y="21798"/>
                </a:lnTo>
                <a:lnTo>
                  <a:pt x="41887" y="30284"/>
                </a:lnTo>
                <a:lnTo>
                  <a:pt x="37216" y="37214"/>
                </a:lnTo>
                <a:lnTo>
                  <a:pt x="30288" y="41886"/>
                </a:lnTo>
                <a:lnTo>
                  <a:pt x="21802" y="43600"/>
                </a:lnTo>
                <a:lnTo>
                  <a:pt x="13315" y="41886"/>
                </a:lnTo>
                <a:lnTo>
                  <a:pt x="6385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81602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90" y="1713"/>
                </a:lnTo>
                <a:lnTo>
                  <a:pt x="37220" y="6384"/>
                </a:lnTo>
                <a:lnTo>
                  <a:pt x="41892" y="13313"/>
                </a:lnTo>
                <a:lnTo>
                  <a:pt x="43605" y="21798"/>
                </a:lnTo>
                <a:lnTo>
                  <a:pt x="41892" y="30284"/>
                </a:lnTo>
                <a:lnTo>
                  <a:pt x="37220" y="37214"/>
                </a:lnTo>
                <a:lnTo>
                  <a:pt x="30290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7206070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5" y="1713"/>
                </a:lnTo>
                <a:lnTo>
                  <a:pt x="37215" y="6384"/>
                </a:lnTo>
                <a:lnTo>
                  <a:pt x="41886" y="13313"/>
                </a:lnTo>
                <a:lnTo>
                  <a:pt x="43600" y="21798"/>
                </a:lnTo>
                <a:lnTo>
                  <a:pt x="41886" y="30284"/>
                </a:lnTo>
                <a:lnTo>
                  <a:pt x="37215" y="37214"/>
                </a:lnTo>
                <a:lnTo>
                  <a:pt x="30285" y="41886"/>
                </a:lnTo>
                <a:lnTo>
                  <a:pt x="21800" y="43600"/>
                </a:lnTo>
                <a:lnTo>
                  <a:pt x="13314" y="41886"/>
                </a:lnTo>
                <a:lnTo>
                  <a:pt x="6384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4" y="6384"/>
                </a:lnTo>
                <a:lnTo>
                  <a:pt x="13314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3" name="object 10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3444283"/>
            <a:ext cx="207010" cy="88324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4068921"/>
            <a:ext cx="207010" cy="88324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4693560"/>
            <a:ext cx="207010" cy="88324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024844" y="5319355"/>
            <a:ext cx="207010" cy="88324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5992891"/>
            <a:ext cx="207010" cy="88324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028699" y="6667133"/>
            <a:ext cx="207010" cy="88324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24844" y="7274700"/>
            <a:ext cx="207010" cy="88324"/>
          </a:xfrm>
          <a:prstGeom prst="rect">
            <a:avLst/>
          </a:prstGeom>
        </p:spPr>
      </p:pic>
      <p:sp>
        <p:nvSpPr>
          <p:cNvPr id="110" name="object 110"/>
          <p:cNvSpPr/>
          <p:nvPr/>
        </p:nvSpPr>
        <p:spPr>
          <a:xfrm>
            <a:off x="12301297" y="3639953"/>
            <a:ext cx="1703705" cy="213995"/>
          </a:xfrm>
          <a:custGeom>
            <a:avLst/>
            <a:gdLst/>
            <a:ahLst/>
            <a:cxnLst/>
            <a:rect l="l" t="t" r="r" b="b"/>
            <a:pathLst>
              <a:path w="1703705" h="213995">
                <a:moveTo>
                  <a:pt x="1703362" y="213372"/>
                </a:moveTo>
                <a:lnTo>
                  <a:pt x="0" y="213372"/>
                </a:lnTo>
                <a:lnTo>
                  <a:pt x="0" y="0"/>
                </a:lnTo>
                <a:lnTo>
                  <a:pt x="1703362" y="0"/>
                </a:lnTo>
                <a:lnTo>
                  <a:pt x="1703362" y="213372"/>
                </a:lnTo>
                <a:close/>
              </a:path>
            </a:pathLst>
          </a:custGeom>
          <a:solidFill>
            <a:srgbClr val="BFF5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3479064" y="7082842"/>
            <a:ext cx="883919" cy="213995"/>
          </a:xfrm>
          <a:custGeom>
            <a:avLst/>
            <a:gdLst/>
            <a:ahLst/>
            <a:cxnLst/>
            <a:rect l="l" t="t" r="r" b="b"/>
            <a:pathLst>
              <a:path w="883919" h="213995">
                <a:moveTo>
                  <a:pt x="883626" y="213372"/>
                </a:moveTo>
                <a:lnTo>
                  <a:pt x="0" y="213372"/>
                </a:lnTo>
                <a:lnTo>
                  <a:pt x="0" y="0"/>
                </a:lnTo>
                <a:lnTo>
                  <a:pt x="883626" y="0"/>
                </a:lnTo>
                <a:lnTo>
                  <a:pt x="883626" y="213372"/>
                </a:lnTo>
                <a:close/>
              </a:path>
            </a:pathLst>
          </a:custGeom>
          <a:solidFill>
            <a:srgbClr val="BFF5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1602110" y="5361398"/>
            <a:ext cx="1280795" cy="1628775"/>
          </a:xfrm>
          <a:custGeom>
            <a:avLst/>
            <a:gdLst/>
            <a:ahLst/>
            <a:cxnLst/>
            <a:rect l="l" t="t" r="r" b="b"/>
            <a:pathLst>
              <a:path w="1280795" h="1628775">
                <a:moveTo>
                  <a:pt x="184440" y="1628621"/>
                </a:moveTo>
                <a:lnTo>
                  <a:pt x="159701" y="1589333"/>
                </a:lnTo>
                <a:lnTo>
                  <a:pt x="136646" y="1548503"/>
                </a:lnTo>
                <a:lnTo>
                  <a:pt x="115299" y="1506213"/>
                </a:lnTo>
                <a:lnTo>
                  <a:pt x="95683" y="1462544"/>
                </a:lnTo>
                <a:lnTo>
                  <a:pt x="77824" y="1417579"/>
                </a:lnTo>
                <a:lnTo>
                  <a:pt x="61743" y="1371398"/>
                </a:lnTo>
                <a:lnTo>
                  <a:pt x="47466" y="1324084"/>
                </a:lnTo>
                <a:lnTo>
                  <a:pt x="35015" y="1275718"/>
                </a:lnTo>
                <a:lnTo>
                  <a:pt x="24415" y="1226381"/>
                </a:lnTo>
                <a:lnTo>
                  <a:pt x="15688" y="1176157"/>
                </a:lnTo>
                <a:lnTo>
                  <a:pt x="8860" y="1125126"/>
                </a:lnTo>
                <a:lnTo>
                  <a:pt x="3953" y="1073370"/>
                </a:lnTo>
                <a:lnTo>
                  <a:pt x="992" y="1020971"/>
                </a:lnTo>
                <a:lnTo>
                  <a:pt x="0" y="968011"/>
                </a:lnTo>
                <a:lnTo>
                  <a:pt x="1170" y="911191"/>
                </a:lnTo>
                <a:lnTo>
                  <a:pt x="4637" y="855228"/>
                </a:lnTo>
                <a:lnTo>
                  <a:pt x="10335" y="800214"/>
                </a:lnTo>
                <a:lnTo>
                  <a:pt x="18201" y="746239"/>
                </a:lnTo>
                <a:lnTo>
                  <a:pt x="28170" y="693394"/>
                </a:lnTo>
                <a:lnTo>
                  <a:pt x="40175" y="641772"/>
                </a:lnTo>
                <a:lnTo>
                  <a:pt x="54153" y="591464"/>
                </a:lnTo>
                <a:lnTo>
                  <a:pt x="70038" y="542559"/>
                </a:lnTo>
                <a:lnTo>
                  <a:pt x="87765" y="495151"/>
                </a:lnTo>
                <a:lnTo>
                  <a:pt x="107270" y="449330"/>
                </a:lnTo>
                <a:lnTo>
                  <a:pt x="128488" y="405187"/>
                </a:lnTo>
                <a:lnTo>
                  <a:pt x="151354" y="362814"/>
                </a:lnTo>
                <a:lnTo>
                  <a:pt x="175802" y="322302"/>
                </a:lnTo>
                <a:lnTo>
                  <a:pt x="201769" y="283743"/>
                </a:lnTo>
                <a:lnTo>
                  <a:pt x="229189" y="247226"/>
                </a:lnTo>
                <a:lnTo>
                  <a:pt x="257996" y="212845"/>
                </a:lnTo>
                <a:lnTo>
                  <a:pt x="288127" y="180689"/>
                </a:lnTo>
                <a:lnTo>
                  <a:pt x="319516" y="150851"/>
                </a:lnTo>
                <a:lnTo>
                  <a:pt x="352099" y="123421"/>
                </a:lnTo>
                <a:lnTo>
                  <a:pt x="385810" y="98491"/>
                </a:lnTo>
                <a:lnTo>
                  <a:pt x="420585" y="76153"/>
                </a:lnTo>
                <a:lnTo>
                  <a:pt x="456358" y="56496"/>
                </a:lnTo>
                <a:lnTo>
                  <a:pt x="493066" y="39614"/>
                </a:lnTo>
                <a:lnTo>
                  <a:pt x="530642" y="25596"/>
                </a:lnTo>
                <a:lnTo>
                  <a:pt x="569022" y="14534"/>
                </a:lnTo>
                <a:lnTo>
                  <a:pt x="608141" y="6520"/>
                </a:lnTo>
                <a:lnTo>
                  <a:pt x="647934" y="1645"/>
                </a:lnTo>
                <a:lnTo>
                  <a:pt x="688336" y="0"/>
                </a:lnTo>
                <a:lnTo>
                  <a:pt x="1280234" y="0"/>
                </a:lnTo>
                <a:lnTo>
                  <a:pt x="1280234" y="213372"/>
                </a:lnTo>
                <a:lnTo>
                  <a:pt x="688336" y="213372"/>
                </a:lnTo>
                <a:lnTo>
                  <a:pt x="651945" y="215687"/>
                </a:lnTo>
                <a:lnTo>
                  <a:pt x="581241" y="233665"/>
                </a:lnTo>
                <a:lnTo>
                  <a:pt x="514070" y="268232"/>
                </a:lnTo>
                <a:lnTo>
                  <a:pt x="482095" y="291283"/>
                </a:lnTo>
                <a:lnTo>
                  <a:pt x="451345" y="317937"/>
                </a:lnTo>
                <a:lnTo>
                  <a:pt x="421935" y="348014"/>
                </a:lnTo>
                <a:lnTo>
                  <a:pt x="393978" y="381333"/>
                </a:lnTo>
                <a:lnTo>
                  <a:pt x="367589" y="417711"/>
                </a:lnTo>
                <a:lnTo>
                  <a:pt x="342881" y="456968"/>
                </a:lnTo>
                <a:lnTo>
                  <a:pt x="319969" y="498923"/>
                </a:lnTo>
                <a:lnTo>
                  <a:pt x="298966" y="543394"/>
                </a:lnTo>
                <a:lnTo>
                  <a:pt x="279987" y="590200"/>
                </a:lnTo>
                <a:lnTo>
                  <a:pt x="263145" y="639160"/>
                </a:lnTo>
                <a:lnTo>
                  <a:pt x="248555" y="690094"/>
                </a:lnTo>
                <a:lnTo>
                  <a:pt x="236331" y="742819"/>
                </a:lnTo>
                <a:lnTo>
                  <a:pt x="226587" y="797154"/>
                </a:lnTo>
                <a:lnTo>
                  <a:pt x="219436" y="852918"/>
                </a:lnTo>
                <a:lnTo>
                  <a:pt x="214993" y="909931"/>
                </a:lnTo>
                <a:lnTo>
                  <a:pt x="213372" y="968010"/>
                </a:lnTo>
                <a:lnTo>
                  <a:pt x="214569" y="1020444"/>
                </a:lnTo>
                <a:lnTo>
                  <a:pt x="218128" y="1072351"/>
                </a:lnTo>
                <a:lnTo>
                  <a:pt x="223998" y="1123564"/>
                </a:lnTo>
                <a:lnTo>
                  <a:pt x="232131" y="1173913"/>
                </a:lnTo>
                <a:lnTo>
                  <a:pt x="242476" y="1223231"/>
                </a:lnTo>
                <a:lnTo>
                  <a:pt x="254984" y="1271348"/>
                </a:lnTo>
                <a:lnTo>
                  <a:pt x="269605" y="1318096"/>
                </a:lnTo>
                <a:lnTo>
                  <a:pt x="286290" y="1363307"/>
                </a:lnTo>
                <a:lnTo>
                  <a:pt x="304989" y="1406810"/>
                </a:lnTo>
                <a:lnTo>
                  <a:pt x="264678" y="1437449"/>
                </a:lnTo>
                <a:lnTo>
                  <a:pt x="231310" y="1475147"/>
                </a:lnTo>
                <a:lnTo>
                  <a:pt x="206042" y="1518863"/>
                </a:lnTo>
                <a:lnTo>
                  <a:pt x="190034" y="1567556"/>
                </a:lnTo>
                <a:lnTo>
                  <a:pt x="184440" y="1620183"/>
                </a:lnTo>
                <a:lnTo>
                  <a:pt x="184440" y="1628621"/>
                </a:lnTo>
                <a:close/>
              </a:path>
            </a:pathLst>
          </a:custGeom>
          <a:solidFill>
            <a:srgbClr val="BFF5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4576063" y="6078666"/>
            <a:ext cx="2218690" cy="2219325"/>
          </a:xfrm>
          <a:custGeom>
            <a:avLst/>
            <a:gdLst/>
            <a:ahLst/>
            <a:cxnLst/>
            <a:rect l="l" t="t" r="r" b="b"/>
            <a:pathLst>
              <a:path w="2218690" h="2219325">
                <a:moveTo>
                  <a:pt x="1393739" y="551117"/>
                </a:moveTo>
                <a:lnTo>
                  <a:pt x="824370" y="551117"/>
                </a:lnTo>
                <a:lnTo>
                  <a:pt x="855901" y="542472"/>
                </a:lnTo>
                <a:lnTo>
                  <a:pt x="863341" y="538874"/>
                </a:lnTo>
                <a:lnTo>
                  <a:pt x="871120" y="535389"/>
                </a:lnTo>
                <a:lnTo>
                  <a:pt x="879125" y="532131"/>
                </a:lnTo>
                <a:lnTo>
                  <a:pt x="887243" y="529211"/>
                </a:lnTo>
                <a:lnTo>
                  <a:pt x="915271" y="513238"/>
                </a:lnTo>
                <a:lnTo>
                  <a:pt x="936970" y="490033"/>
                </a:lnTo>
                <a:lnTo>
                  <a:pt x="950984" y="461402"/>
                </a:lnTo>
                <a:lnTo>
                  <a:pt x="955956" y="429155"/>
                </a:lnTo>
                <a:lnTo>
                  <a:pt x="955956" y="0"/>
                </a:lnTo>
                <a:lnTo>
                  <a:pt x="1262151" y="0"/>
                </a:lnTo>
                <a:lnTo>
                  <a:pt x="1262151" y="429155"/>
                </a:lnTo>
                <a:lnTo>
                  <a:pt x="1267124" y="461402"/>
                </a:lnTo>
                <a:lnTo>
                  <a:pt x="1281138" y="490033"/>
                </a:lnTo>
                <a:lnTo>
                  <a:pt x="1302837" y="513238"/>
                </a:lnTo>
                <a:lnTo>
                  <a:pt x="1330865" y="529211"/>
                </a:lnTo>
                <a:lnTo>
                  <a:pt x="1338305" y="532131"/>
                </a:lnTo>
                <a:lnTo>
                  <a:pt x="1346084" y="535389"/>
                </a:lnTo>
                <a:lnTo>
                  <a:pt x="1362208" y="542472"/>
                </a:lnTo>
                <a:lnTo>
                  <a:pt x="1393739" y="551117"/>
                </a:lnTo>
                <a:close/>
              </a:path>
              <a:path w="2218690" h="2219325">
                <a:moveTo>
                  <a:pt x="432772" y="2002325"/>
                </a:moveTo>
                <a:lnTo>
                  <a:pt x="216988" y="1786542"/>
                </a:lnTo>
                <a:lnTo>
                  <a:pt x="520773" y="1482757"/>
                </a:lnTo>
                <a:lnTo>
                  <a:pt x="539929" y="1456651"/>
                </a:lnTo>
                <a:lnTo>
                  <a:pt x="550157" y="1426702"/>
                </a:lnTo>
                <a:lnTo>
                  <a:pt x="551117" y="1394945"/>
                </a:lnTo>
                <a:lnTo>
                  <a:pt x="542472" y="1363414"/>
                </a:lnTo>
                <a:lnTo>
                  <a:pt x="538874" y="1355973"/>
                </a:lnTo>
                <a:lnTo>
                  <a:pt x="535389" y="1348194"/>
                </a:lnTo>
                <a:lnTo>
                  <a:pt x="532130" y="1340189"/>
                </a:lnTo>
                <a:lnTo>
                  <a:pt x="529211" y="1332070"/>
                </a:lnTo>
                <a:lnTo>
                  <a:pt x="513238" y="1304043"/>
                </a:lnTo>
                <a:lnTo>
                  <a:pt x="490032" y="1282344"/>
                </a:lnTo>
                <a:lnTo>
                  <a:pt x="461400" y="1268330"/>
                </a:lnTo>
                <a:lnTo>
                  <a:pt x="429153" y="1263357"/>
                </a:lnTo>
                <a:lnTo>
                  <a:pt x="0" y="1263357"/>
                </a:lnTo>
                <a:lnTo>
                  <a:pt x="0" y="957162"/>
                </a:lnTo>
                <a:lnTo>
                  <a:pt x="429158" y="957162"/>
                </a:lnTo>
                <a:lnTo>
                  <a:pt x="461403" y="952189"/>
                </a:lnTo>
                <a:lnTo>
                  <a:pt x="490033" y="938175"/>
                </a:lnTo>
                <a:lnTo>
                  <a:pt x="513238" y="916476"/>
                </a:lnTo>
                <a:lnTo>
                  <a:pt x="529211" y="888449"/>
                </a:lnTo>
                <a:lnTo>
                  <a:pt x="532131" y="880311"/>
                </a:lnTo>
                <a:lnTo>
                  <a:pt x="535389" y="872174"/>
                </a:lnTo>
                <a:lnTo>
                  <a:pt x="538874" y="864037"/>
                </a:lnTo>
                <a:lnTo>
                  <a:pt x="542472" y="855900"/>
                </a:lnTo>
                <a:lnTo>
                  <a:pt x="551117" y="824369"/>
                </a:lnTo>
                <a:lnTo>
                  <a:pt x="550157" y="792612"/>
                </a:lnTo>
                <a:lnTo>
                  <a:pt x="539929" y="762663"/>
                </a:lnTo>
                <a:lnTo>
                  <a:pt x="520773" y="736556"/>
                </a:lnTo>
                <a:lnTo>
                  <a:pt x="216989" y="432772"/>
                </a:lnTo>
                <a:lnTo>
                  <a:pt x="432772" y="216988"/>
                </a:lnTo>
                <a:lnTo>
                  <a:pt x="736556" y="520773"/>
                </a:lnTo>
                <a:lnTo>
                  <a:pt x="762662" y="539929"/>
                </a:lnTo>
                <a:lnTo>
                  <a:pt x="792611" y="550157"/>
                </a:lnTo>
                <a:lnTo>
                  <a:pt x="824359" y="551117"/>
                </a:lnTo>
                <a:lnTo>
                  <a:pt x="1882774" y="551117"/>
                </a:lnTo>
                <a:lnTo>
                  <a:pt x="1760020" y="673871"/>
                </a:lnTo>
                <a:lnTo>
                  <a:pt x="1109054" y="673871"/>
                </a:lnTo>
                <a:lnTo>
                  <a:pt x="1061489" y="676430"/>
                </a:lnTo>
                <a:lnTo>
                  <a:pt x="1015412" y="683932"/>
                </a:lnTo>
                <a:lnTo>
                  <a:pt x="971088" y="696110"/>
                </a:lnTo>
                <a:lnTo>
                  <a:pt x="928782" y="712698"/>
                </a:lnTo>
                <a:lnTo>
                  <a:pt x="888761" y="733431"/>
                </a:lnTo>
                <a:lnTo>
                  <a:pt x="851290" y="758043"/>
                </a:lnTo>
                <a:lnTo>
                  <a:pt x="816636" y="786269"/>
                </a:lnTo>
                <a:lnTo>
                  <a:pt x="785063" y="817841"/>
                </a:lnTo>
                <a:lnTo>
                  <a:pt x="756838" y="852496"/>
                </a:lnTo>
                <a:lnTo>
                  <a:pt x="732226" y="889967"/>
                </a:lnTo>
                <a:lnTo>
                  <a:pt x="711492" y="929988"/>
                </a:lnTo>
                <a:lnTo>
                  <a:pt x="694904" y="972293"/>
                </a:lnTo>
                <a:lnTo>
                  <a:pt x="682726" y="1016618"/>
                </a:lnTo>
                <a:lnTo>
                  <a:pt x="675225" y="1062695"/>
                </a:lnTo>
                <a:lnTo>
                  <a:pt x="672665" y="1110260"/>
                </a:lnTo>
                <a:lnTo>
                  <a:pt x="675225" y="1157824"/>
                </a:lnTo>
                <a:lnTo>
                  <a:pt x="682726" y="1203902"/>
                </a:lnTo>
                <a:lnTo>
                  <a:pt x="694904" y="1248226"/>
                </a:lnTo>
                <a:lnTo>
                  <a:pt x="711492" y="1290531"/>
                </a:lnTo>
                <a:lnTo>
                  <a:pt x="732226" y="1330552"/>
                </a:lnTo>
                <a:lnTo>
                  <a:pt x="756838" y="1368023"/>
                </a:lnTo>
                <a:lnTo>
                  <a:pt x="785063" y="1402678"/>
                </a:lnTo>
                <a:lnTo>
                  <a:pt x="816636" y="1434251"/>
                </a:lnTo>
                <a:lnTo>
                  <a:pt x="851290" y="1462476"/>
                </a:lnTo>
                <a:lnTo>
                  <a:pt x="888761" y="1487088"/>
                </a:lnTo>
                <a:lnTo>
                  <a:pt x="928782" y="1507821"/>
                </a:lnTo>
                <a:lnTo>
                  <a:pt x="971088" y="1524409"/>
                </a:lnTo>
                <a:lnTo>
                  <a:pt x="1015412" y="1536587"/>
                </a:lnTo>
                <a:lnTo>
                  <a:pt x="1061489" y="1544089"/>
                </a:lnTo>
                <a:lnTo>
                  <a:pt x="1109054" y="1546648"/>
                </a:lnTo>
                <a:lnTo>
                  <a:pt x="1761226" y="1546648"/>
                </a:lnTo>
                <a:lnTo>
                  <a:pt x="1882774" y="1668196"/>
                </a:lnTo>
                <a:lnTo>
                  <a:pt x="824369" y="1668196"/>
                </a:lnTo>
                <a:lnTo>
                  <a:pt x="792612" y="1669157"/>
                </a:lnTo>
                <a:lnTo>
                  <a:pt x="762663" y="1679385"/>
                </a:lnTo>
                <a:lnTo>
                  <a:pt x="736556" y="1698541"/>
                </a:lnTo>
                <a:lnTo>
                  <a:pt x="432772" y="2002325"/>
                </a:lnTo>
                <a:close/>
              </a:path>
              <a:path w="2218690" h="2219325">
                <a:moveTo>
                  <a:pt x="1882774" y="551117"/>
                </a:moveTo>
                <a:lnTo>
                  <a:pt x="1393739" y="551117"/>
                </a:lnTo>
                <a:lnTo>
                  <a:pt x="1425496" y="550157"/>
                </a:lnTo>
                <a:lnTo>
                  <a:pt x="1455445" y="539929"/>
                </a:lnTo>
                <a:lnTo>
                  <a:pt x="1481551" y="520773"/>
                </a:lnTo>
                <a:lnTo>
                  <a:pt x="1785336" y="216988"/>
                </a:lnTo>
                <a:lnTo>
                  <a:pt x="2001119" y="432772"/>
                </a:lnTo>
                <a:lnTo>
                  <a:pt x="1882774" y="551117"/>
                </a:lnTo>
                <a:close/>
              </a:path>
              <a:path w="2218690" h="2219325">
                <a:moveTo>
                  <a:pt x="1761226" y="1546648"/>
                </a:moveTo>
                <a:lnTo>
                  <a:pt x="1109054" y="1546648"/>
                </a:lnTo>
                <a:lnTo>
                  <a:pt x="1156619" y="1544089"/>
                </a:lnTo>
                <a:lnTo>
                  <a:pt x="1202696" y="1536587"/>
                </a:lnTo>
                <a:lnTo>
                  <a:pt x="1247020" y="1524409"/>
                </a:lnTo>
                <a:lnTo>
                  <a:pt x="1289326" y="1507821"/>
                </a:lnTo>
                <a:lnTo>
                  <a:pt x="1329347" y="1487088"/>
                </a:lnTo>
                <a:lnTo>
                  <a:pt x="1366818" y="1462476"/>
                </a:lnTo>
                <a:lnTo>
                  <a:pt x="1401472" y="1434251"/>
                </a:lnTo>
                <a:lnTo>
                  <a:pt x="1433045" y="1402678"/>
                </a:lnTo>
                <a:lnTo>
                  <a:pt x="1461270" y="1368023"/>
                </a:lnTo>
                <a:lnTo>
                  <a:pt x="1485882" y="1330552"/>
                </a:lnTo>
                <a:lnTo>
                  <a:pt x="1506616" y="1290531"/>
                </a:lnTo>
                <a:lnTo>
                  <a:pt x="1523204" y="1248226"/>
                </a:lnTo>
                <a:lnTo>
                  <a:pt x="1535382" y="1203902"/>
                </a:lnTo>
                <a:lnTo>
                  <a:pt x="1542883" y="1157824"/>
                </a:lnTo>
                <a:lnTo>
                  <a:pt x="1545443" y="1110260"/>
                </a:lnTo>
                <a:lnTo>
                  <a:pt x="1542883" y="1062695"/>
                </a:lnTo>
                <a:lnTo>
                  <a:pt x="1535382" y="1016618"/>
                </a:lnTo>
                <a:lnTo>
                  <a:pt x="1523204" y="972293"/>
                </a:lnTo>
                <a:lnTo>
                  <a:pt x="1506616" y="929988"/>
                </a:lnTo>
                <a:lnTo>
                  <a:pt x="1485882" y="889967"/>
                </a:lnTo>
                <a:lnTo>
                  <a:pt x="1461270" y="852496"/>
                </a:lnTo>
                <a:lnTo>
                  <a:pt x="1433045" y="817841"/>
                </a:lnTo>
                <a:lnTo>
                  <a:pt x="1401472" y="786269"/>
                </a:lnTo>
                <a:lnTo>
                  <a:pt x="1366818" y="758043"/>
                </a:lnTo>
                <a:lnTo>
                  <a:pt x="1329347" y="733431"/>
                </a:lnTo>
                <a:lnTo>
                  <a:pt x="1289326" y="712698"/>
                </a:lnTo>
                <a:lnTo>
                  <a:pt x="1247020" y="696110"/>
                </a:lnTo>
                <a:lnTo>
                  <a:pt x="1202696" y="683932"/>
                </a:lnTo>
                <a:lnTo>
                  <a:pt x="1156619" y="676430"/>
                </a:lnTo>
                <a:lnTo>
                  <a:pt x="1109054" y="673871"/>
                </a:lnTo>
                <a:lnTo>
                  <a:pt x="1760020" y="673871"/>
                </a:lnTo>
                <a:lnTo>
                  <a:pt x="1697335" y="736556"/>
                </a:lnTo>
                <a:lnTo>
                  <a:pt x="1678179" y="762663"/>
                </a:lnTo>
                <a:lnTo>
                  <a:pt x="1667951" y="792612"/>
                </a:lnTo>
                <a:lnTo>
                  <a:pt x="1666990" y="824369"/>
                </a:lnTo>
                <a:lnTo>
                  <a:pt x="1675636" y="855900"/>
                </a:lnTo>
                <a:lnTo>
                  <a:pt x="1679234" y="864037"/>
                </a:lnTo>
                <a:lnTo>
                  <a:pt x="1682718" y="872174"/>
                </a:lnTo>
                <a:lnTo>
                  <a:pt x="1685977" y="880311"/>
                </a:lnTo>
                <a:lnTo>
                  <a:pt x="1688896" y="888449"/>
                </a:lnTo>
                <a:lnTo>
                  <a:pt x="1705378" y="916476"/>
                </a:lnTo>
                <a:lnTo>
                  <a:pt x="1728527" y="938175"/>
                </a:lnTo>
                <a:lnTo>
                  <a:pt x="1756875" y="952189"/>
                </a:lnTo>
                <a:lnTo>
                  <a:pt x="1788952" y="957162"/>
                </a:lnTo>
                <a:lnTo>
                  <a:pt x="2218108" y="957162"/>
                </a:lnTo>
                <a:lnTo>
                  <a:pt x="2218108" y="1263357"/>
                </a:lnTo>
                <a:lnTo>
                  <a:pt x="1788952" y="1263357"/>
                </a:lnTo>
                <a:lnTo>
                  <a:pt x="1756705" y="1268330"/>
                </a:lnTo>
                <a:lnTo>
                  <a:pt x="1728075" y="1282344"/>
                </a:lnTo>
                <a:lnTo>
                  <a:pt x="1704869" y="1304043"/>
                </a:lnTo>
                <a:lnTo>
                  <a:pt x="1688896" y="1332070"/>
                </a:lnTo>
                <a:lnTo>
                  <a:pt x="1685977" y="1340189"/>
                </a:lnTo>
                <a:lnTo>
                  <a:pt x="1682718" y="1348194"/>
                </a:lnTo>
                <a:lnTo>
                  <a:pt x="1679234" y="1355973"/>
                </a:lnTo>
                <a:lnTo>
                  <a:pt x="1675636" y="1363414"/>
                </a:lnTo>
                <a:lnTo>
                  <a:pt x="1666990" y="1394945"/>
                </a:lnTo>
                <a:lnTo>
                  <a:pt x="1667951" y="1426702"/>
                </a:lnTo>
                <a:lnTo>
                  <a:pt x="1678179" y="1456651"/>
                </a:lnTo>
                <a:lnTo>
                  <a:pt x="1697335" y="1482757"/>
                </a:lnTo>
                <a:lnTo>
                  <a:pt x="1761226" y="1546648"/>
                </a:lnTo>
                <a:close/>
              </a:path>
              <a:path w="2218690" h="2219325">
                <a:moveTo>
                  <a:pt x="1262151" y="2219314"/>
                </a:moveTo>
                <a:lnTo>
                  <a:pt x="955956" y="2219314"/>
                </a:lnTo>
                <a:lnTo>
                  <a:pt x="955956" y="1790158"/>
                </a:lnTo>
                <a:lnTo>
                  <a:pt x="950983" y="1757911"/>
                </a:lnTo>
                <a:lnTo>
                  <a:pt x="936969" y="1729281"/>
                </a:lnTo>
                <a:lnTo>
                  <a:pt x="915270" y="1706075"/>
                </a:lnTo>
                <a:lnTo>
                  <a:pt x="887243" y="1690103"/>
                </a:lnTo>
                <a:lnTo>
                  <a:pt x="879803" y="1687183"/>
                </a:lnTo>
                <a:lnTo>
                  <a:pt x="872023" y="1683924"/>
                </a:lnTo>
                <a:lnTo>
                  <a:pt x="855900" y="1676842"/>
                </a:lnTo>
                <a:lnTo>
                  <a:pt x="824369" y="1668196"/>
                </a:lnTo>
                <a:lnTo>
                  <a:pt x="1393739" y="1668196"/>
                </a:lnTo>
                <a:lnTo>
                  <a:pt x="1362208" y="1676842"/>
                </a:lnTo>
                <a:lnTo>
                  <a:pt x="1354767" y="1680440"/>
                </a:lnTo>
                <a:lnTo>
                  <a:pt x="1346988" y="1683924"/>
                </a:lnTo>
                <a:lnTo>
                  <a:pt x="1338983" y="1687183"/>
                </a:lnTo>
                <a:lnTo>
                  <a:pt x="1330865" y="1690103"/>
                </a:lnTo>
                <a:lnTo>
                  <a:pt x="1302837" y="1706075"/>
                </a:lnTo>
                <a:lnTo>
                  <a:pt x="1281138" y="1729281"/>
                </a:lnTo>
                <a:lnTo>
                  <a:pt x="1267124" y="1757911"/>
                </a:lnTo>
                <a:lnTo>
                  <a:pt x="1262151" y="1790158"/>
                </a:lnTo>
                <a:lnTo>
                  <a:pt x="1262151" y="2219314"/>
                </a:lnTo>
                <a:close/>
              </a:path>
              <a:path w="2218690" h="2219325">
                <a:moveTo>
                  <a:pt x="1785336" y="2002325"/>
                </a:moveTo>
                <a:lnTo>
                  <a:pt x="1481551" y="1698541"/>
                </a:lnTo>
                <a:lnTo>
                  <a:pt x="1455445" y="1679385"/>
                </a:lnTo>
                <a:lnTo>
                  <a:pt x="1425491" y="1669157"/>
                </a:lnTo>
                <a:lnTo>
                  <a:pt x="1393737" y="1668196"/>
                </a:lnTo>
                <a:lnTo>
                  <a:pt x="1882774" y="1668196"/>
                </a:lnTo>
                <a:lnTo>
                  <a:pt x="2001119" y="1786542"/>
                </a:lnTo>
                <a:lnTo>
                  <a:pt x="1785336" y="2002325"/>
                </a:lnTo>
                <a:close/>
              </a:path>
            </a:pathLst>
          </a:custGeom>
          <a:solidFill>
            <a:srgbClr val="FEDF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3096923" y="5239643"/>
            <a:ext cx="1264920" cy="490855"/>
          </a:xfrm>
          <a:custGeom>
            <a:avLst/>
            <a:gdLst/>
            <a:ahLst/>
            <a:cxnLst/>
            <a:rect l="l" t="t" r="r" b="b"/>
            <a:pathLst>
              <a:path w="1264919" h="490854">
                <a:moveTo>
                  <a:pt x="1228397" y="490635"/>
                </a:moveTo>
                <a:lnTo>
                  <a:pt x="36164" y="490635"/>
                </a:lnTo>
                <a:lnTo>
                  <a:pt x="21868" y="487697"/>
                </a:lnTo>
                <a:lnTo>
                  <a:pt x="10397" y="479786"/>
                </a:lnTo>
                <a:lnTo>
                  <a:pt x="2768" y="468258"/>
                </a:lnTo>
                <a:lnTo>
                  <a:pt x="0" y="454471"/>
                </a:lnTo>
                <a:lnTo>
                  <a:pt x="0" y="36164"/>
                </a:lnTo>
                <a:lnTo>
                  <a:pt x="2938" y="21868"/>
                </a:lnTo>
                <a:lnTo>
                  <a:pt x="10849" y="10397"/>
                </a:lnTo>
                <a:lnTo>
                  <a:pt x="22376" y="2768"/>
                </a:lnTo>
                <a:lnTo>
                  <a:pt x="36164" y="0"/>
                </a:lnTo>
                <a:lnTo>
                  <a:pt x="1228397" y="0"/>
                </a:lnTo>
                <a:lnTo>
                  <a:pt x="1242694" y="2768"/>
                </a:lnTo>
                <a:lnTo>
                  <a:pt x="1254165" y="10397"/>
                </a:lnTo>
                <a:lnTo>
                  <a:pt x="1261793" y="21868"/>
                </a:lnTo>
                <a:lnTo>
                  <a:pt x="1264562" y="36164"/>
                </a:lnTo>
                <a:lnTo>
                  <a:pt x="1264562" y="454471"/>
                </a:lnTo>
                <a:lnTo>
                  <a:pt x="1261624" y="468767"/>
                </a:lnTo>
                <a:lnTo>
                  <a:pt x="1253713" y="480238"/>
                </a:lnTo>
                <a:lnTo>
                  <a:pt x="1242185" y="487867"/>
                </a:lnTo>
                <a:lnTo>
                  <a:pt x="1228397" y="490635"/>
                </a:lnTo>
                <a:close/>
              </a:path>
            </a:pathLst>
          </a:custGeom>
          <a:solidFill>
            <a:srgbClr val="FEDF7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5" name="object 115"/>
          <p:cNvGrpSpPr/>
          <p:nvPr/>
        </p:nvGrpSpPr>
        <p:grpSpPr>
          <a:xfrm>
            <a:off x="14218031" y="3485650"/>
            <a:ext cx="2042160" cy="2089150"/>
            <a:chOff x="14218031" y="3485650"/>
            <a:chExt cx="2042160" cy="2089150"/>
          </a:xfrm>
        </p:grpSpPr>
        <p:sp>
          <p:nvSpPr>
            <p:cNvPr id="116" name="object 116"/>
            <p:cNvSpPr/>
            <p:nvPr/>
          </p:nvSpPr>
          <p:spPr>
            <a:xfrm>
              <a:off x="14573651" y="3654419"/>
              <a:ext cx="1686560" cy="1920875"/>
            </a:xfrm>
            <a:custGeom>
              <a:avLst/>
              <a:gdLst/>
              <a:ahLst/>
              <a:cxnLst/>
              <a:rect l="l" t="t" r="r" b="b"/>
              <a:pathLst>
                <a:path w="1686559" h="1920875">
                  <a:moveTo>
                    <a:pt x="1005381" y="1920351"/>
                  </a:moveTo>
                  <a:lnTo>
                    <a:pt x="1002970" y="1920351"/>
                  </a:lnTo>
                  <a:lnTo>
                    <a:pt x="1000559" y="1919145"/>
                  </a:lnTo>
                  <a:lnTo>
                    <a:pt x="0" y="1919145"/>
                  </a:lnTo>
                  <a:lnTo>
                    <a:pt x="0" y="1705773"/>
                  </a:lnTo>
                  <a:lnTo>
                    <a:pt x="1000559" y="1705773"/>
                  </a:lnTo>
                  <a:lnTo>
                    <a:pt x="1036943" y="1703294"/>
                  </a:lnTo>
                  <a:lnTo>
                    <a:pt x="1107585" y="1685041"/>
                  </a:lnTo>
                  <a:lnTo>
                    <a:pt x="1174637" y="1650274"/>
                  </a:lnTo>
                  <a:lnTo>
                    <a:pt x="1206533" y="1627152"/>
                  </a:lnTo>
                  <a:lnTo>
                    <a:pt x="1237193" y="1600449"/>
                  </a:lnTo>
                  <a:lnTo>
                    <a:pt x="1266503" y="1570344"/>
                  </a:lnTo>
                  <a:lnTo>
                    <a:pt x="1294348" y="1537021"/>
                  </a:lnTo>
                  <a:lnTo>
                    <a:pt x="1320617" y="1500662"/>
                  </a:lnTo>
                  <a:lnTo>
                    <a:pt x="1345196" y="1461448"/>
                  </a:lnTo>
                  <a:lnTo>
                    <a:pt x="1367971" y="1419561"/>
                  </a:lnTo>
                  <a:lnTo>
                    <a:pt x="1388830" y="1375184"/>
                  </a:lnTo>
                  <a:lnTo>
                    <a:pt x="1407659" y="1328498"/>
                  </a:lnTo>
                  <a:lnTo>
                    <a:pt x="1424345" y="1279685"/>
                  </a:lnTo>
                  <a:lnTo>
                    <a:pt x="1438774" y="1228928"/>
                  </a:lnTo>
                  <a:lnTo>
                    <a:pt x="1450834" y="1176408"/>
                  </a:lnTo>
                  <a:lnTo>
                    <a:pt x="1460411" y="1122307"/>
                  </a:lnTo>
                  <a:lnTo>
                    <a:pt x="1467392" y="1066807"/>
                  </a:lnTo>
                  <a:lnTo>
                    <a:pt x="1471664" y="1010091"/>
                  </a:lnTo>
                  <a:lnTo>
                    <a:pt x="1473113" y="952339"/>
                  </a:lnTo>
                  <a:lnTo>
                    <a:pt x="1471724" y="896459"/>
                  </a:lnTo>
                  <a:lnTo>
                    <a:pt x="1467631" y="841449"/>
                  </a:lnTo>
                  <a:lnTo>
                    <a:pt x="1460941" y="787488"/>
                  </a:lnTo>
                  <a:lnTo>
                    <a:pt x="1451761" y="734755"/>
                  </a:lnTo>
                  <a:lnTo>
                    <a:pt x="1440200" y="683429"/>
                  </a:lnTo>
                  <a:lnTo>
                    <a:pt x="1426366" y="633687"/>
                  </a:lnTo>
                  <a:lnTo>
                    <a:pt x="1410367" y="585709"/>
                  </a:lnTo>
                  <a:lnTo>
                    <a:pt x="1392310" y="539674"/>
                  </a:lnTo>
                  <a:lnTo>
                    <a:pt x="1372303" y="495759"/>
                  </a:lnTo>
                  <a:lnTo>
                    <a:pt x="1350455" y="454143"/>
                  </a:lnTo>
                  <a:lnTo>
                    <a:pt x="1326873" y="415006"/>
                  </a:lnTo>
                  <a:lnTo>
                    <a:pt x="1301665" y="378524"/>
                  </a:lnTo>
                  <a:lnTo>
                    <a:pt x="1274939" y="344879"/>
                  </a:lnTo>
                  <a:lnTo>
                    <a:pt x="1246802" y="314246"/>
                  </a:lnTo>
                  <a:lnTo>
                    <a:pt x="1217364" y="286806"/>
                  </a:lnTo>
                  <a:lnTo>
                    <a:pt x="1186731" y="262738"/>
                  </a:lnTo>
                  <a:lnTo>
                    <a:pt x="1122314" y="225427"/>
                  </a:lnTo>
                  <a:lnTo>
                    <a:pt x="1122314" y="0"/>
                  </a:lnTo>
                  <a:lnTo>
                    <a:pt x="1160679" y="11181"/>
                  </a:lnTo>
                  <a:lnTo>
                    <a:pt x="1198196" y="25284"/>
                  </a:lnTo>
                  <a:lnTo>
                    <a:pt x="1234804" y="42218"/>
                  </a:lnTo>
                  <a:lnTo>
                    <a:pt x="1270441" y="61896"/>
                  </a:lnTo>
                  <a:lnTo>
                    <a:pt x="1305048" y="84230"/>
                  </a:lnTo>
                  <a:lnTo>
                    <a:pt x="1338561" y="109130"/>
                  </a:lnTo>
                  <a:lnTo>
                    <a:pt x="1370921" y="136509"/>
                  </a:lnTo>
                  <a:lnTo>
                    <a:pt x="1402067" y="166277"/>
                  </a:lnTo>
                  <a:lnTo>
                    <a:pt x="1431937" y="198347"/>
                  </a:lnTo>
                  <a:lnTo>
                    <a:pt x="1460469" y="232631"/>
                  </a:lnTo>
                  <a:lnTo>
                    <a:pt x="1487604" y="269039"/>
                  </a:lnTo>
                  <a:lnTo>
                    <a:pt x="1513280" y="307483"/>
                  </a:lnTo>
                  <a:lnTo>
                    <a:pt x="1537435" y="347876"/>
                  </a:lnTo>
                  <a:lnTo>
                    <a:pt x="1560010" y="390128"/>
                  </a:lnTo>
                  <a:lnTo>
                    <a:pt x="1580942" y="434151"/>
                  </a:lnTo>
                  <a:lnTo>
                    <a:pt x="1600170" y="479856"/>
                  </a:lnTo>
                  <a:lnTo>
                    <a:pt x="1617634" y="527156"/>
                  </a:lnTo>
                  <a:lnTo>
                    <a:pt x="1633272" y="575962"/>
                  </a:lnTo>
                  <a:lnTo>
                    <a:pt x="1647023" y="626185"/>
                  </a:lnTo>
                  <a:lnTo>
                    <a:pt x="1658826" y="677738"/>
                  </a:lnTo>
                  <a:lnTo>
                    <a:pt x="1668620" y="730530"/>
                  </a:lnTo>
                  <a:lnTo>
                    <a:pt x="1676344" y="784475"/>
                  </a:lnTo>
                  <a:lnTo>
                    <a:pt x="1681937" y="839484"/>
                  </a:lnTo>
                  <a:lnTo>
                    <a:pt x="1685338" y="895468"/>
                  </a:lnTo>
                  <a:lnTo>
                    <a:pt x="1686485" y="952339"/>
                  </a:lnTo>
                  <a:lnTo>
                    <a:pt x="1685333" y="1008652"/>
                  </a:lnTo>
                  <a:lnTo>
                    <a:pt x="1681919" y="1064128"/>
                  </a:lnTo>
                  <a:lnTo>
                    <a:pt x="1676308" y="1118677"/>
                  </a:lnTo>
                  <a:lnTo>
                    <a:pt x="1668561" y="1172210"/>
                  </a:lnTo>
                  <a:lnTo>
                    <a:pt x="1658742" y="1224638"/>
                  </a:lnTo>
                  <a:lnTo>
                    <a:pt x="1646915" y="1275869"/>
                  </a:lnTo>
                  <a:lnTo>
                    <a:pt x="1633142" y="1325816"/>
                  </a:lnTo>
                  <a:lnTo>
                    <a:pt x="1617487" y="1374389"/>
                  </a:lnTo>
                  <a:lnTo>
                    <a:pt x="1600014" y="1421497"/>
                  </a:lnTo>
                  <a:lnTo>
                    <a:pt x="1580785" y="1467051"/>
                  </a:lnTo>
                  <a:lnTo>
                    <a:pt x="1559863" y="1510962"/>
                  </a:lnTo>
                  <a:lnTo>
                    <a:pt x="1537313" y="1553139"/>
                  </a:lnTo>
                  <a:lnTo>
                    <a:pt x="1513197" y="1593494"/>
                  </a:lnTo>
                  <a:lnTo>
                    <a:pt x="1487579" y="1631936"/>
                  </a:lnTo>
                  <a:lnTo>
                    <a:pt x="1460521" y="1668377"/>
                  </a:lnTo>
                  <a:lnTo>
                    <a:pt x="1432087" y="1702726"/>
                  </a:lnTo>
                  <a:lnTo>
                    <a:pt x="1402341" y="1734893"/>
                  </a:lnTo>
                  <a:lnTo>
                    <a:pt x="1371345" y="1764790"/>
                  </a:lnTo>
                  <a:lnTo>
                    <a:pt x="1339163" y="1792327"/>
                  </a:lnTo>
                  <a:lnTo>
                    <a:pt x="1305858" y="1817413"/>
                  </a:lnTo>
                  <a:lnTo>
                    <a:pt x="1271494" y="1839959"/>
                  </a:lnTo>
                  <a:lnTo>
                    <a:pt x="1236133" y="1859877"/>
                  </a:lnTo>
                  <a:lnTo>
                    <a:pt x="1199839" y="1877075"/>
                  </a:lnTo>
                  <a:lnTo>
                    <a:pt x="1162675" y="1891465"/>
                  </a:lnTo>
                  <a:lnTo>
                    <a:pt x="1124705" y="1902956"/>
                  </a:lnTo>
                  <a:lnTo>
                    <a:pt x="1085991" y="1911460"/>
                  </a:lnTo>
                  <a:lnTo>
                    <a:pt x="1046597" y="1916886"/>
                  </a:lnTo>
                  <a:lnTo>
                    <a:pt x="1006587" y="1919145"/>
                  </a:lnTo>
                  <a:lnTo>
                    <a:pt x="1005381" y="1920351"/>
                  </a:lnTo>
                  <a:close/>
                </a:path>
              </a:pathLst>
            </a:custGeom>
            <a:solidFill>
              <a:srgbClr val="BFF5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4218031" y="3485650"/>
              <a:ext cx="1264920" cy="490855"/>
            </a:xfrm>
            <a:custGeom>
              <a:avLst/>
              <a:gdLst/>
              <a:ahLst/>
              <a:cxnLst/>
              <a:rect l="l" t="t" r="r" b="b"/>
              <a:pathLst>
                <a:path w="1264919" h="490854">
                  <a:moveTo>
                    <a:pt x="1228397" y="490635"/>
                  </a:moveTo>
                  <a:lnTo>
                    <a:pt x="36164" y="490635"/>
                  </a:lnTo>
                  <a:lnTo>
                    <a:pt x="21868" y="487697"/>
                  </a:lnTo>
                  <a:lnTo>
                    <a:pt x="10397" y="479786"/>
                  </a:lnTo>
                  <a:lnTo>
                    <a:pt x="2768" y="468258"/>
                  </a:lnTo>
                  <a:lnTo>
                    <a:pt x="0" y="454471"/>
                  </a:lnTo>
                  <a:lnTo>
                    <a:pt x="0" y="36164"/>
                  </a:lnTo>
                  <a:lnTo>
                    <a:pt x="2938" y="21868"/>
                  </a:lnTo>
                  <a:lnTo>
                    <a:pt x="10849" y="10397"/>
                  </a:lnTo>
                  <a:lnTo>
                    <a:pt x="22376" y="2768"/>
                  </a:lnTo>
                  <a:lnTo>
                    <a:pt x="36164" y="0"/>
                  </a:lnTo>
                  <a:lnTo>
                    <a:pt x="1228397" y="0"/>
                  </a:lnTo>
                  <a:lnTo>
                    <a:pt x="1242694" y="2938"/>
                  </a:lnTo>
                  <a:lnTo>
                    <a:pt x="1254165" y="10849"/>
                  </a:lnTo>
                  <a:lnTo>
                    <a:pt x="1261793" y="22376"/>
                  </a:lnTo>
                  <a:lnTo>
                    <a:pt x="1264562" y="36164"/>
                  </a:lnTo>
                  <a:lnTo>
                    <a:pt x="1264562" y="454471"/>
                  </a:lnTo>
                  <a:lnTo>
                    <a:pt x="1261624" y="468767"/>
                  </a:lnTo>
                  <a:lnTo>
                    <a:pt x="1253713" y="480238"/>
                  </a:lnTo>
                  <a:lnTo>
                    <a:pt x="1242185" y="487867"/>
                  </a:lnTo>
                  <a:lnTo>
                    <a:pt x="1228397" y="490635"/>
                  </a:lnTo>
                  <a:close/>
                </a:path>
              </a:pathLst>
            </a:custGeom>
            <a:solidFill>
              <a:srgbClr val="FEDF7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/>
          <p:nvPr/>
        </p:nvSpPr>
        <p:spPr>
          <a:xfrm>
            <a:off x="12001128" y="6944211"/>
            <a:ext cx="1264920" cy="489584"/>
          </a:xfrm>
          <a:custGeom>
            <a:avLst/>
            <a:gdLst/>
            <a:ahLst/>
            <a:cxnLst/>
            <a:rect l="l" t="t" r="r" b="b"/>
            <a:pathLst>
              <a:path w="1264919" h="489584">
                <a:moveTo>
                  <a:pt x="1228398" y="489430"/>
                </a:moveTo>
                <a:lnTo>
                  <a:pt x="36164" y="489430"/>
                </a:lnTo>
                <a:lnTo>
                  <a:pt x="21868" y="486491"/>
                </a:lnTo>
                <a:lnTo>
                  <a:pt x="10397" y="478580"/>
                </a:lnTo>
                <a:lnTo>
                  <a:pt x="2768" y="467053"/>
                </a:lnTo>
                <a:lnTo>
                  <a:pt x="0" y="453265"/>
                </a:lnTo>
                <a:lnTo>
                  <a:pt x="0" y="31342"/>
                </a:lnTo>
                <a:lnTo>
                  <a:pt x="1205" y="30137"/>
                </a:lnTo>
                <a:lnTo>
                  <a:pt x="1205" y="27726"/>
                </a:lnTo>
                <a:lnTo>
                  <a:pt x="5820" y="16782"/>
                </a:lnTo>
                <a:lnTo>
                  <a:pt x="13712" y="7986"/>
                </a:lnTo>
                <a:lnTo>
                  <a:pt x="24091" y="2128"/>
                </a:lnTo>
                <a:lnTo>
                  <a:pt x="36164" y="0"/>
                </a:lnTo>
                <a:lnTo>
                  <a:pt x="1228398" y="0"/>
                </a:lnTo>
                <a:lnTo>
                  <a:pt x="1242694" y="2750"/>
                </a:lnTo>
                <a:lnTo>
                  <a:pt x="1254165" y="10246"/>
                </a:lnTo>
                <a:lnTo>
                  <a:pt x="1261794" y="21359"/>
                </a:lnTo>
                <a:lnTo>
                  <a:pt x="1264562" y="34958"/>
                </a:lnTo>
                <a:lnTo>
                  <a:pt x="1264562" y="453265"/>
                </a:lnTo>
                <a:lnTo>
                  <a:pt x="1261624" y="467561"/>
                </a:lnTo>
                <a:lnTo>
                  <a:pt x="1253713" y="479032"/>
                </a:lnTo>
                <a:lnTo>
                  <a:pt x="1242185" y="486661"/>
                </a:lnTo>
                <a:lnTo>
                  <a:pt x="1228398" y="489430"/>
                </a:lnTo>
                <a:close/>
              </a:path>
            </a:pathLst>
          </a:custGeom>
          <a:solidFill>
            <a:srgbClr val="FEDF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007802" y="3242140"/>
            <a:ext cx="1080135" cy="846455"/>
          </a:xfrm>
          <a:custGeom>
            <a:avLst/>
            <a:gdLst/>
            <a:ahLst/>
            <a:cxnLst/>
            <a:rect l="l" t="t" r="r" b="b"/>
            <a:pathLst>
              <a:path w="1080134" h="846454">
                <a:moveTo>
                  <a:pt x="1013820" y="846256"/>
                </a:moveTo>
                <a:lnTo>
                  <a:pt x="66302" y="846256"/>
                </a:lnTo>
                <a:lnTo>
                  <a:pt x="40685" y="840982"/>
                </a:lnTo>
                <a:lnTo>
                  <a:pt x="19589" y="826667"/>
                </a:lnTo>
                <a:lnTo>
                  <a:pt x="5274" y="805571"/>
                </a:lnTo>
                <a:lnTo>
                  <a:pt x="0" y="779954"/>
                </a:lnTo>
                <a:lnTo>
                  <a:pt x="0" y="66302"/>
                </a:lnTo>
                <a:lnTo>
                  <a:pt x="5104" y="40685"/>
                </a:lnTo>
                <a:lnTo>
                  <a:pt x="19137" y="19589"/>
                </a:lnTo>
                <a:lnTo>
                  <a:pt x="40176" y="5274"/>
                </a:lnTo>
                <a:lnTo>
                  <a:pt x="66302" y="0"/>
                </a:lnTo>
                <a:lnTo>
                  <a:pt x="1013820" y="0"/>
                </a:lnTo>
                <a:lnTo>
                  <a:pt x="1039436" y="5274"/>
                </a:lnTo>
                <a:lnTo>
                  <a:pt x="1060533" y="19589"/>
                </a:lnTo>
                <a:lnTo>
                  <a:pt x="1074848" y="40685"/>
                </a:lnTo>
                <a:lnTo>
                  <a:pt x="1080122" y="66302"/>
                </a:lnTo>
                <a:lnTo>
                  <a:pt x="1080122" y="128535"/>
                </a:lnTo>
                <a:lnTo>
                  <a:pt x="739419" y="128535"/>
                </a:lnTo>
                <a:lnTo>
                  <a:pt x="698753" y="133451"/>
                </a:lnTo>
                <a:lnTo>
                  <a:pt x="661815" y="154303"/>
                </a:lnTo>
                <a:lnTo>
                  <a:pt x="457430" y="330907"/>
                </a:lnTo>
                <a:lnTo>
                  <a:pt x="331360" y="330907"/>
                </a:lnTo>
                <a:lnTo>
                  <a:pt x="291145" y="338593"/>
                </a:lnTo>
                <a:lnTo>
                  <a:pt x="255564" y="361648"/>
                </a:lnTo>
                <a:lnTo>
                  <a:pt x="231831" y="396550"/>
                </a:lnTo>
                <a:lnTo>
                  <a:pt x="223920" y="436539"/>
                </a:lnTo>
                <a:lnTo>
                  <a:pt x="231831" y="476753"/>
                </a:lnTo>
                <a:lnTo>
                  <a:pt x="255564" y="512334"/>
                </a:lnTo>
                <a:lnTo>
                  <a:pt x="331510" y="589486"/>
                </a:lnTo>
                <a:lnTo>
                  <a:pt x="367223" y="612842"/>
                </a:lnTo>
                <a:lnTo>
                  <a:pt x="407456" y="620829"/>
                </a:lnTo>
                <a:lnTo>
                  <a:pt x="1080122" y="620829"/>
                </a:lnTo>
                <a:lnTo>
                  <a:pt x="1080122" y="779954"/>
                </a:lnTo>
                <a:lnTo>
                  <a:pt x="1075017" y="805571"/>
                </a:lnTo>
                <a:lnTo>
                  <a:pt x="1060985" y="826667"/>
                </a:lnTo>
                <a:lnTo>
                  <a:pt x="1039945" y="840982"/>
                </a:lnTo>
                <a:lnTo>
                  <a:pt x="1013820" y="846256"/>
                </a:lnTo>
                <a:close/>
              </a:path>
              <a:path w="1080134" h="846454">
                <a:moveTo>
                  <a:pt x="1080122" y="620829"/>
                </a:moveTo>
                <a:lnTo>
                  <a:pt x="407456" y="620829"/>
                </a:lnTo>
                <a:lnTo>
                  <a:pt x="426179" y="619228"/>
                </a:lnTo>
                <a:lnTo>
                  <a:pt x="444224" y="614349"/>
                </a:lnTo>
                <a:lnTo>
                  <a:pt x="477375" y="594308"/>
                </a:lnTo>
                <a:lnTo>
                  <a:pt x="800447" y="313428"/>
                </a:lnTo>
                <a:lnTo>
                  <a:pt x="826403" y="280088"/>
                </a:lnTo>
                <a:lnTo>
                  <a:pt x="837215" y="241098"/>
                </a:lnTo>
                <a:lnTo>
                  <a:pt x="832657" y="201204"/>
                </a:lnTo>
                <a:lnTo>
                  <a:pt x="812502" y="165152"/>
                </a:lnTo>
                <a:lnTo>
                  <a:pt x="778956" y="139215"/>
                </a:lnTo>
                <a:lnTo>
                  <a:pt x="739419" y="128535"/>
                </a:lnTo>
                <a:lnTo>
                  <a:pt x="1080122" y="128535"/>
                </a:lnTo>
                <a:lnTo>
                  <a:pt x="1080122" y="620829"/>
                </a:lnTo>
                <a:close/>
              </a:path>
              <a:path w="1080134" h="846454">
                <a:moveTo>
                  <a:pt x="413484" y="368881"/>
                </a:moveTo>
                <a:lnTo>
                  <a:pt x="406251" y="361648"/>
                </a:lnTo>
                <a:lnTo>
                  <a:pt x="371348" y="338593"/>
                </a:lnTo>
                <a:lnTo>
                  <a:pt x="331360" y="330907"/>
                </a:lnTo>
                <a:lnTo>
                  <a:pt x="457430" y="330907"/>
                </a:lnTo>
                <a:lnTo>
                  <a:pt x="413484" y="368881"/>
                </a:lnTo>
                <a:close/>
              </a:path>
            </a:pathLst>
          </a:custGeom>
          <a:solidFill>
            <a:srgbClr val="FEDF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$PPTXTitle"/>
          <p:cNvSpPr txBox="1">
            <a:spLocks noGrp="1"/>
          </p:cNvSpPr>
          <p:nvPr>
            <p:ph type="title"/>
          </p:nvPr>
        </p:nvSpPr>
        <p:spPr>
          <a:xfrm>
            <a:off x="1012144" y="718984"/>
            <a:ext cx="836739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Data</a:t>
            </a:r>
            <a:r>
              <a:rPr dirty="0" spc="-290"/>
              <a:t> </a:t>
            </a:r>
            <a:r>
              <a:rPr dirty="0" spc="200"/>
              <a:t>Cleaning</a:t>
            </a:r>
            <a:r>
              <a:rPr dirty="0" spc="-285"/>
              <a:t> </a:t>
            </a:r>
            <a:r>
              <a:rPr dirty="0" spc="65"/>
              <a:t>Workflow</a:t>
            </a:r>
          </a:p>
        </p:txBody>
      </p:sp>
      <p:sp>
        <p:nvSpPr>
          <p:cNvPr id="121" name="object 121"/>
          <p:cNvSpPr txBox="1"/>
          <p:nvPr/>
        </p:nvSpPr>
        <p:spPr>
          <a:xfrm>
            <a:off x="1488390" y="3010784"/>
            <a:ext cx="6334760" cy="44805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82955">
              <a:lnSpc>
                <a:spcPct val="139000"/>
              </a:lnSpc>
              <a:spcBef>
                <a:spcPts val="90"/>
              </a:spcBef>
            </a:pPr>
            <a:r>
              <a:rPr dirty="0" sz="2950" spc="145">
                <a:solidFill>
                  <a:srgbClr val="FFFFFF"/>
                </a:solidFill>
                <a:latin typeface="Lucida Sans Unicode"/>
                <a:cs typeface="Lucida Sans Unicode"/>
              </a:rPr>
              <a:t>Removed</a:t>
            </a:r>
            <a:r>
              <a:rPr dirty="0" sz="29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05">
                <a:solidFill>
                  <a:srgbClr val="FFFFFF"/>
                </a:solidFill>
                <a:latin typeface="Lucida Sans Unicode"/>
                <a:cs typeface="Lucida Sans Unicode"/>
              </a:rPr>
              <a:t>duplicate</a:t>
            </a:r>
            <a:r>
              <a:rPr dirty="0" sz="29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65">
                <a:solidFill>
                  <a:srgbClr val="FFFFFF"/>
                </a:solidFill>
                <a:latin typeface="Lucida Sans Unicode"/>
                <a:cs typeface="Lucida Sans Unicode"/>
              </a:rPr>
              <a:t>records </a:t>
            </a:r>
            <a:r>
              <a:rPr dirty="0" sz="2950" spc="100">
                <a:solidFill>
                  <a:srgbClr val="FFFFFF"/>
                </a:solidFill>
                <a:latin typeface="Lucida Sans Unicode"/>
                <a:cs typeface="Lucida Sans Unicode"/>
              </a:rPr>
              <a:t>Handled</a:t>
            </a:r>
            <a:r>
              <a:rPr dirty="0" sz="29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0">
                <a:solidFill>
                  <a:srgbClr val="FFFFFF"/>
                </a:solidFill>
                <a:latin typeface="Lucida Sans Unicode"/>
                <a:cs typeface="Lucida Sans Unicode"/>
              </a:rPr>
              <a:t>missing</a:t>
            </a:r>
            <a:r>
              <a:rPr dirty="0" sz="29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05">
                <a:solidFill>
                  <a:srgbClr val="FFFFFF"/>
                </a:solidFill>
                <a:latin typeface="Lucida Sans Unicode"/>
                <a:cs typeface="Lucida Sans Unicode"/>
              </a:rPr>
              <a:t>values </a:t>
            </a:r>
            <a:r>
              <a:rPr dirty="0" sz="2950" spc="85">
                <a:solidFill>
                  <a:srgbClr val="FFFFFF"/>
                </a:solidFill>
                <a:latin typeface="Lucida Sans Unicode"/>
                <a:cs typeface="Lucida Sans Unicode"/>
              </a:rPr>
              <a:t>Standardized</a:t>
            </a:r>
            <a:r>
              <a:rPr dirty="0" sz="29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10">
                <a:solidFill>
                  <a:srgbClr val="FFFFFF"/>
                </a:solidFill>
                <a:latin typeface="Lucida Sans Unicode"/>
                <a:cs typeface="Lucida Sans Unicode"/>
              </a:rPr>
              <a:t>column</a:t>
            </a:r>
            <a:r>
              <a:rPr dirty="0" sz="29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90">
                <a:solidFill>
                  <a:srgbClr val="FFFFFF"/>
                </a:solidFill>
                <a:latin typeface="Lucida Sans Unicode"/>
                <a:cs typeface="Lucida Sans Unicode"/>
              </a:rPr>
              <a:t>names </a:t>
            </a:r>
            <a:r>
              <a:rPr dirty="0" sz="2950">
                <a:solidFill>
                  <a:srgbClr val="FFFFFF"/>
                </a:solidFill>
                <a:latin typeface="Lucida Sans Unicode"/>
                <a:cs typeface="Lucida Sans Unicode"/>
              </a:rPr>
              <a:t>Unified</a:t>
            </a:r>
            <a:r>
              <a:rPr dirty="0" sz="29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75">
                <a:solidFill>
                  <a:srgbClr val="FFFFFF"/>
                </a:solidFill>
                <a:latin typeface="Lucida Sans Unicode"/>
                <a:cs typeface="Lucida Sans Unicode"/>
              </a:rPr>
              <a:t>date</a:t>
            </a:r>
            <a:r>
              <a:rPr dirty="0" sz="29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2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9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55">
                <a:solidFill>
                  <a:srgbClr val="FFFFFF"/>
                </a:solidFill>
                <a:latin typeface="Lucida Sans Unicode"/>
                <a:cs typeface="Lucida Sans Unicode"/>
              </a:rPr>
              <a:t>text</a:t>
            </a:r>
            <a:r>
              <a:rPr dirty="0" sz="29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65">
                <a:solidFill>
                  <a:srgbClr val="FFFFFF"/>
                </a:solidFill>
                <a:latin typeface="Lucida Sans Unicode"/>
                <a:cs typeface="Lucida Sans Unicode"/>
              </a:rPr>
              <a:t>formats</a:t>
            </a:r>
            <a:endParaRPr sz="2950">
              <a:latin typeface="Lucida Sans Unicode"/>
              <a:cs typeface="Lucida Sans Unicode"/>
            </a:endParaRPr>
          </a:p>
          <a:p>
            <a:pPr marL="12700" marR="5080">
              <a:lnSpc>
                <a:spcPct val="142600"/>
              </a:lnSpc>
              <a:spcBef>
                <a:spcPts val="254"/>
              </a:spcBef>
            </a:pPr>
            <a:r>
              <a:rPr dirty="0" sz="2950" spc="100">
                <a:solidFill>
                  <a:srgbClr val="FFFFFF"/>
                </a:solidFill>
                <a:latin typeface="Lucida Sans Unicode"/>
                <a:cs typeface="Lucida Sans Unicode"/>
              </a:rPr>
              <a:t>Corrected</a:t>
            </a:r>
            <a:r>
              <a:rPr dirty="0" sz="29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45">
                <a:solidFill>
                  <a:srgbClr val="FFFFFF"/>
                </a:solidFill>
                <a:latin typeface="Lucida Sans Unicode"/>
                <a:cs typeface="Lucida Sans Unicode"/>
              </a:rPr>
              <a:t>inconsistent</a:t>
            </a:r>
            <a:r>
              <a:rPr dirty="0" sz="29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05">
                <a:solidFill>
                  <a:srgbClr val="FFFFFF"/>
                </a:solidFill>
                <a:latin typeface="Lucida Sans Unicode"/>
                <a:cs typeface="Lucida Sans Unicode"/>
              </a:rPr>
              <a:t>values </a:t>
            </a:r>
            <a:r>
              <a:rPr dirty="0" sz="2950">
                <a:solidFill>
                  <a:srgbClr val="FFFFFF"/>
                </a:solidFill>
                <a:latin typeface="Lucida Sans Unicode"/>
                <a:cs typeface="Lucida Sans Unicode"/>
              </a:rPr>
              <a:t>Filtered</a:t>
            </a:r>
            <a:r>
              <a:rPr dirty="0" sz="29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0">
                <a:solidFill>
                  <a:srgbClr val="FFFFFF"/>
                </a:solidFill>
                <a:latin typeface="Lucida Sans Unicode"/>
                <a:cs typeface="Lucida Sans Unicode"/>
              </a:rPr>
              <a:t>irrelevant</a:t>
            </a:r>
            <a:r>
              <a:rPr dirty="0" sz="29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65">
                <a:solidFill>
                  <a:srgbClr val="FFFFFF"/>
                </a:solidFill>
                <a:latin typeface="Lucida Sans Unicode"/>
                <a:cs typeface="Lucida Sans Unicode"/>
              </a:rPr>
              <a:t>records </a:t>
            </a:r>
            <a:r>
              <a:rPr dirty="0" sz="2950" spc="114">
                <a:solidFill>
                  <a:srgbClr val="FFFFFF"/>
                </a:solidFill>
                <a:latin typeface="Lucida Sans Unicode"/>
                <a:cs typeface="Lucida Sans Unicode"/>
              </a:rPr>
              <a:t>Prepared</a:t>
            </a:r>
            <a:r>
              <a:rPr dirty="0" sz="29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40">
                <a:solidFill>
                  <a:srgbClr val="FFFFFF"/>
                </a:solidFill>
                <a:latin typeface="Lucida Sans Unicode"/>
                <a:cs typeface="Lucida Sans Unicode"/>
              </a:rPr>
              <a:t>datasets</a:t>
            </a:r>
            <a:r>
              <a:rPr dirty="0" sz="29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9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40">
                <a:solidFill>
                  <a:srgbClr val="FFFFFF"/>
                </a:solidFill>
                <a:latin typeface="Lucida Sans Unicode"/>
                <a:cs typeface="Lucida Sans Unicode"/>
              </a:rPr>
              <a:t>integration</a:t>
            </a:r>
            <a:endParaRPr sz="2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92" y="1393089"/>
            <a:ext cx="148978" cy="148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7842" y="1399045"/>
            <a:ext cx="137053" cy="137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1267" y="1405014"/>
            <a:ext cx="125141" cy="1251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2780" y="1410970"/>
            <a:ext cx="113203" cy="1132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22356" y="1416939"/>
            <a:ext cx="101291" cy="1012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40019" y="1422895"/>
            <a:ext cx="89366" cy="893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45757" y="1428851"/>
            <a:ext cx="77441" cy="774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9571" y="1434820"/>
            <a:ext cx="65529" cy="6551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421459" y="1440776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1435" y="144673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09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998" y="3046933"/>
            <a:ext cx="175570" cy="749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9998" y="4106476"/>
            <a:ext cx="175570" cy="749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9998" y="3576705"/>
            <a:ext cx="175570" cy="749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998" y="4637229"/>
            <a:ext cx="175570" cy="7490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9998" y="7199078"/>
            <a:ext cx="175570" cy="7490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998" y="7728850"/>
            <a:ext cx="175570" cy="7490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9998" y="8258622"/>
            <a:ext cx="175570" cy="7490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9998" y="8789375"/>
            <a:ext cx="175570" cy="74909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8316413" y="1410556"/>
            <a:ext cx="7911465" cy="4038600"/>
            <a:chOff x="8316413" y="1410556"/>
            <a:chExt cx="7911465" cy="4038600"/>
          </a:xfrm>
        </p:grpSpPr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84993" y="1479136"/>
              <a:ext cx="7774052" cy="390483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373563" y="1467706"/>
              <a:ext cx="7797165" cy="3924300"/>
            </a:xfrm>
            <a:custGeom>
              <a:avLst/>
              <a:gdLst/>
              <a:ahLst/>
              <a:cxnLst/>
              <a:rect l="l" t="t" r="r" b="b"/>
              <a:pathLst>
                <a:path w="7797165" h="3924300">
                  <a:moveTo>
                    <a:pt x="7796808" y="3924300"/>
                  </a:moveTo>
                  <a:lnTo>
                    <a:pt x="7796808" y="0"/>
                  </a:lnTo>
                  <a:lnTo>
                    <a:pt x="0" y="0"/>
                  </a:lnTo>
                  <a:lnTo>
                    <a:pt x="0" y="3924300"/>
                  </a:lnTo>
                </a:path>
              </a:pathLst>
            </a:custGeom>
            <a:ln w="1142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8284736" y="5699295"/>
            <a:ext cx="7974965" cy="4410710"/>
            <a:chOff x="8284736" y="5699295"/>
            <a:chExt cx="7974965" cy="4410710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34266" y="5748825"/>
              <a:ext cx="7875506" cy="43113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322836" y="5737395"/>
              <a:ext cx="7898765" cy="4334510"/>
            </a:xfrm>
            <a:custGeom>
              <a:avLst/>
              <a:gdLst/>
              <a:ahLst/>
              <a:cxnLst/>
              <a:rect l="l" t="t" r="r" b="b"/>
              <a:pathLst>
                <a:path w="7898765" h="4334509">
                  <a:moveTo>
                    <a:pt x="0" y="0"/>
                  </a:moveTo>
                  <a:lnTo>
                    <a:pt x="0" y="4334172"/>
                  </a:lnTo>
                  <a:lnTo>
                    <a:pt x="7898307" y="4334172"/>
                  </a:lnTo>
                  <a:lnTo>
                    <a:pt x="7898307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16507200" y="3969007"/>
            <a:ext cx="1579880" cy="3306445"/>
          </a:xfrm>
          <a:custGeom>
            <a:avLst/>
            <a:gdLst/>
            <a:ahLst/>
            <a:cxnLst/>
            <a:rect l="l" t="t" r="r" b="b"/>
            <a:pathLst>
              <a:path w="1579880" h="3306445">
                <a:moveTo>
                  <a:pt x="6104" y="166544"/>
                </a:moveTo>
                <a:lnTo>
                  <a:pt x="26850" y="114880"/>
                </a:lnTo>
                <a:lnTo>
                  <a:pt x="50863" y="79299"/>
                </a:lnTo>
                <a:lnTo>
                  <a:pt x="97214" y="35371"/>
                </a:lnTo>
                <a:lnTo>
                  <a:pt x="154926" y="8035"/>
                </a:lnTo>
                <a:lnTo>
                  <a:pt x="218278" y="0"/>
                </a:lnTo>
                <a:lnTo>
                  <a:pt x="246600" y="2904"/>
                </a:lnTo>
                <a:lnTo>
                  <a:pt x="307002" y="23630"/>
                </a:lnTo>
                <a:lnTo>
                  <a:pt x="419228" y="119222"/>
                </a:lnTo>
                <a:lnTo>
                  <a:pt x="487834" y="188846"/>
                </a:lnTo>
                <a:lnTo>
                  <a:pt x="553472" y="261166"/>
                </a:lnTo>
                <a:lnTo>
                  <a:pt x="616140" y="336180"/>
                </a:lnTo>
                <a:lnTo>
                  <a:pt x="675839" y="413889"/>
                </a:lnTo>
                <a:lnTo>
                  <a:pt x="732326" y="493964"/>
                </a:lnTo>
                <a:lnTo>
                  <a:pt x="785358" y="576074"/>
                </a:lnTo>
                <a:lnTo>
                  <a:pt x="834935" y="660219"/>
                </a:lnTo>
                <a:lnTo>
                  <a:pt x="881057" y="746400"/>
                </a:lnTo>
                <a:lnTo>
                  <a:pt x="923725" y="834617"/>
                </a:lnTo>
                <a:lnTo>
                  <a:pt x="944472" y="881810"/>
                </a:lnTo>
                <a:lnTo>
                  <a:pt x="982930" y="977419"/>
                </a:lnTo>
                <a:lnTo>
                  <a:pt x="1017324" y="1074611"/>
                </a:lnTo>
                <a:lnTo>
                  <a:pt x="1047564" y="1173128"/>
                </a:lnTo>
                <a:lnTo>
                  <a:pt x="1073621" y="1272880"/>
                </a:lnTo>
                <a:lnTo>
                  <a:pt x="1095426" y="1373600"/>
                </a:lnTo>
                <a:lnTo>
                  <a:pt x="1112959" y="1475198"/>
                </a:lnTo>
                <a:lnTo>
                  <a:pt x="1126173" y="1577400"/>
                </a:lnTo>
                <a:lnTo>
                  <a:pt x="1135057" y="1680116"/>
                </a:lnTo>
                <a:lnTo>
                  <a:pt x="1139585" y="1783070"/>
                </a:lnTo>
                <a:lnTo>
                  <a:pt x="1139755" y="1886169"/>
                </a:lnTo>
                <a:lnTo>
                  <a:pt x="1135567" y="1989137"/>
                </a:lnTo>
                <a:lnTo>
                  <a:pt x="1127022" y="2091881"/>
                </a:lnTo>
                <a:lnTo>
                  <a:pt x="1114146" y="2194127"/>
                </a:lnTo>
                <a:lnTo>
                  <a:pt x="1096948" y="2295782"/>
                </a:lnTo>
                <a:lnTo>
                  <a:pt x="1075476" y="2396573"/>
                </a:lnTo>
                <a:lnTo>
                  <a:pt x="1061415" y="2453579"/>
                </a:lnTo>
                <a:lnTo>
                  <a:pt x="1061048" y="2460602"/>
                </a:lnTo>
                <a:lnTo>
                  <a:pt x="1077026" y="2499194"/>
                </a:lnTo>
                <a:lnTo>
                  <a:pt x="1579460" y="2654509"/>
                </a:lnTo>
                <a:lnTo>
                  <a:pt x="1578687" y="2657126"/>
                </a:lnTo>
                <a:lnTo>
                  <a:pt x="553015" y="3306304"/>
                </a:lnTo>
                <a:lnTo>
                  <a:pt x="63277" y="2206731"/>
                </a:lnTo>
                <a:lnTo>
                  <a:pt x="596117" y="2364091"/>
                </a:lnTo>
                <a:lnTo>
                  <a:pt x="603581" y="2364712"/>
                </a:lnTo>
                <a:lnTo>
                  <a:pt x="641794" y="2349849"/>
                </a:lnTo>
                <a:lnTo>
                  <a:pt x="678632" y="2227628"/>
                </a:lnTo>
                <a:lnTo>
                  <a:pt x="694253" y="2133331"/>
                </a:lnTo>
                <a:lnTo>
                  <a:pt x="705489" y="2038360"/>
                </a:lnTo>
                <a:lnTo>
                  <a:pt x="712334" y="1942804"/>
                </a:lnTo>
                <a:lnTo>
                  <a:pt x="714749" y="1847201"/>
                </a:lnTo>
                <a:lnTo>
                  <a:pt x="712727" y="1751641"/>
                </a:lnTo>
                <a:lnTo>
                  <a:pt x="706268" y="1656122"/>
                </a:lnTo>
                <a:lnTo>
                  <a:pt x="695406" y="1561004"/>
                </a:lnTo>
                <a:lnTo>
                  <a:pt x="680172" y="1466644"/>
                </a:lnTo>
                <a:lnTo>
                  <a:pt x="660567" y="1373042"/>
                </a:lnTo>
                <a:lnTo>
                  <a:pt x="636613" y="1280284"/>
                </a:lnTo>
                <a:lnTo>
                  <a:pt x="608444" y="1188893"/>
                </a:lnTo>
                <a:lnTo>
                  <a:pt x="576084" y="1098956"/>
                </a:lnTo>
                <a:lnTo>
                  <a:pt x="539531" y="1010472"/>
                </a:lnTo>
                <a:lnTo>
                  <a:pt x="518022" y="965158"/>
                </a:lnTo>
                <a:lnTo>
                  <a:pt x="495416" y="920490"/>
                </a:lnTo>
                <a:lnTo>
                  <a:pt x="471711" y="876468"/>
                </a:lnTo>
                <a:lnTo>
                  <a:pt x="446909" y="833093"/>
                </a:lnTo>
                <a:lnTo>
                  <a:pt x="421009" y="790365"/>
                </a:lnTo>
                <a:lnTo>
                  <a:pt x="394011" y="748283"/>
                </a:lnTo>
                <a:lnTo>
                  <a:pt x="365915" y="706847"/>
                </a:lnTo>
                <a:lnTo>
                  <a:pt x="336721" y="666058"/>
                </a:lnTo>
                <a:lnTo>
                  <a:pt x="306506" y="626020"/>
                </a:lnTo>
                <a:lnTo>
                  <a:pt x="275346" y="586836"/>
                </a:lnTo>
                <a:lnTo>
                  <a:pt x="243242" y="548507"/>
                </a:lnTo>
                <a:lnTo>
                  <a:pt x="210192" y="511033"/>
                </a:lnTo>
                <a:lnTo>
                  <a:pt x="176198" y="474414"/>
                </a:lnTo>
                <a:lnTo>
                  <a:pt x="141260" y="438650"/>
                </a:lnTo>
                <a:lnTo>
                  <a:pt x="105376" y="403740"/>
                </a:lnTo>
                <a:lnTo>
                  <a:pt x="68548" y="369686"/>
                </a:lnTo>
                <a:lnTo>
                  <a:pt x="49045" y="349747"/>
                </a:lnTo>
                <a:lnTo>
                  <a:pt x="18979" y="302867"/>
                </a:lnTo>
                <a:lnTo>
                  <a:pt x="2626" y="249669"/>
                </a:lnTo>
                <a:lnTo>
                  <a:pt x="0" y="221882"/>
                </a:lnTo>
                <a:lnTo>
                  <a:pt x="1168" y="193995"/>
                </a:lnTo>
                <a:lnTo>
                  <a:pt x="6104" y="166544"/>
                </a:lnTo>
                <a:close/>
              </a:path>
            </a:pathLst>
          </a:custGeom>
          <a:solidFill>
            <a:srgbClr val="BFF5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Data</a:t>
            </a:r>
            <a:r>
              <a:rPr dirty="0" spc="-295"/>
              <a:t> </a:t>
            </a:r>
            <a:r>
              <a:rPr dirty="0" spc="200"/>
              <a:t>Cleaning</a:t>
            </a:r>
            <a:r>
              <a:rPr dirty="0" spc="-290"/>
              <a:t> </a:t>
            </a:r>
            <a:r>
              <a:rPr dirty="0" spc="335"/>
              <a:t>&amp;</a:t>
            </a:r>
            <a:r>
              <a:rPr dirty="0" spc="-290"/>
              <a:t> </a:t>
            </a:r>
            <a:r>
              <a:rPr dirty="0" spc="155"/>
              <a:t>Preparation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17298" y="1991813"/>
            <a:ext cx="5334635" cy="2831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75">
                <a:solidFill>
                  <a:srgbClr val="FFFFFF"/>
                </a:solidFill>
                <a:latin typeface="Lucida Sans Unicode"/>
                <a:cs typeface="Lucida Sans Unicode"/>
              </a:rPr>
              <a:t>Before</a:t>
            </a:r>
            <a:r>
              <a:rPr dirty="0" sz="39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35">
                <a:solidFill>
                  <a:srgbClr val="FFFFFF"/>
                </a:solidFill>
                <a:latin typeface="Lucida Sans Unicode"/>
                <a:cs typeface="Lucida Sans Unicode"/>
              </a:rPr>
              <a:t>Cleaning</a:t>
            </a:r>
            <a:endParaRPr sz="3900">
              <a:latin typeface="Lucida Sans Unicode"/>
              <a:cs typeface="Lucida Sans Unicode"/>
            </a:endParaRPr>
          </a:p>
          <a:p>
            <a:pPr marL="416559">
              <a:lnSpc>
                <a:spcPct val="100000"/>
              </a:lnSpc>
              <a:spcBef>
                <a:spcPts val="1880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Unstructured</a:t>
            </a:r>
            <a:r>
              <a:rPr dirty="0" sz="2500" spc="3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Lucida Sans Unicode"/>
                <a:cs typeface="Lucida Sans Unicode"/>
              </a:rPr>
              <a:t>columns</a:t>
            </a:r>
            <a:endParaRPr sz="2500">
              <a:latin typeface="Lucida Sans Unicode"/>
              <a:cs typeface="Lucida Sans Unicode"/>
            </a:endParaRPr>
          </a:p>
          <a:p>
            <a:pPr marL="416559">
              <a:lnSpc>
                <a:spcPct val="100000"/>
              </a:lnSpc>
              <a:spcBef>
                <a:spcPts val="1175"/>
              </a:spcBef>
            </a:pP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Mixed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5">
                <a:solidFill>
                  <a:srgbClr val="FFFFFF"/>
                </a:solidFill>
                <a:latin typeface="Lucida Sans Unicode"/>
                <a:cs typeface="Lucida Sans Unicode"/>
              </a:rPr>
              <a:t>languages</a:t>
            </a:r>
            <a:r>
              <a:rPr dirty="0" sz="25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formats</a:t>
            </a:r>
            <a:endParaRPr sz="2500">
              <a:latin typeface="Lucida Sans Unicode"/>
              <a:cs typeface="Lucida Sans Unicode"/>
            </a:endParaRPr>
          </a:p>
          <a:p>
            <a:pPr marL="416559" marR="5080">
              <a:lnSpc>
                <a:spcPct val="134800"/>
              </a:lnSpc>
              <a:spcBef>
                <a:spcPts val="260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Missing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Lucida Sans Unicode"/>
                <a:cs typeface="Lucida Sans Unicode"/>
              </a:rPr>
              <a:t>unclear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values </a:t>
            </a:r>
            <a:r>
              <a:rPr dirty="0" sz="2500" spc="-40">
                <a:solidFill>
                  <a:srgbClr val="FFFFFF"/>
                </a:solidFill>
                <a:latin typeface="Lucida Sans Unicode"/>
                <a:cs typeface="Lucida Sans Unicode"/>
              </a:rPr>
              <a:t>Difficult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analyze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7298" y="6029657"/>
            <a:ext cx="6613525" cy="2945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FFFFFF"/>
                </a:solidFill>
                <a:latin typeface="Lucida Sans Unicode"/>
                <a:cs typeface="Lucida Sans Unicode"/>
              </a:rPr>
              <a:t>After</a:t>
            </a:r>
            <a:r>
              <a:rPr dirty="0" sz="3900" spc="-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35">
                <a:solidFill>
                  <a:srgbClr val="FFFFFF"/>
                </a:solidFill>
                <a:latin typeface="Lucida Sans Unicode"/>
                <a:cs typeface="Lucida Sans Unicode"/>
              </a:rPr>
              <a:t>Cleaning</a:t>
            </a:r>
            <a:endParaRPr sz="3900">
              <a:latin typeface="Lucida Sans Unicode"/>
              <a:cs typeface="Lucida Sans Unicode"/>
            </a:endParaRPr>
          </a:p>
          <a:p>
            <a:pPr marL="416559">
              <a:lnSpc>
                <a:spcPct val="100000"/>
              </a:lnSpc>
              <a:spcBef>
                <a:spcPts val="2780"/>
              </a:spcBef>
            </a:pP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Standardized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structure</a:t>
            </a:r>
            <a:endParaRPr sz="2500">
              <a:latin typeface="Lucida Sans Unicode"/>
              <a:cs typeface="Lucida Sans Unicode"/>
            </a:endParaRPr>
          </a:p>
          <a:p>
            <a:pPr marL="416559">
              <a:lnSpc>
                <a:spcPct val="100000"/>
              </a:lnSpc>
              <a:spcBef>
                <a:spcPts val="1175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Organized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columns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types</a:t>
            </a:r>
            <a:endParaRPr sz="2500">
              <a:latin typeface="Lucida Sans Unicode"/>
              <a:cs typeface="Lucida Sans Unicode"/>
            </a:endParaRPr>
          </a:p>
          <a:p>
            <a:pPr marL="416559" marR="5080">
              <a:lnSpc>
                <a:spcPct val="134800"/>
              </a:lnSpc>
              <a:spcBef>
                <a:spcPts val="260"/>
              </a:spcBef>
            </a:pPr>
            <a:r>
              <a:rPr dirty="0" sz="2500" spc="135">
                <a:solidFill>
                  <a:srgbClr val="FFFFFF"/>
                </a:solidFill>
                <a:latin typeface="Lucida Sans Unicode"/>
                <a:cs typeface="Lucida Sans Unicode"/>
              </a:rPr>
              <a:t>Ready</a:t>
            </a:r>
            <a:r>
              <a:rPr dirty="0" sz="25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processing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analysis </a:t>
            </a: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Improved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consistency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3210928"/>
            <a:ext cx="175570" cy="749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3740700"/>
            <a:ext cx="175570" cy="749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979" y="4270471"/>
            <a:ext cx="175570" cy="749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4801224"/>
            <a:ext cx="175570" cy="749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5398259"/>
            <a:ext cx="175570" cy="749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160118" y="2267411"/>
            <a:ext cx="9304655" cy="6421120"/>
            <a:chOff x="8160118" y="2267411"/>
            <a:chExt cx="9304655" cy="64211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9648" y="2316942"/>
              <a:ext cx="9205374" cy="63215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198218" y="2305511"/>
              <a:ext cx="9228455" cy="6344920"/>
            </a:xfrm>
            <a:custGeom>
              <a:avLst/>
              <a:gdLst/>
              <a:ahLst/>
              <a:cxnLst/>
              <a:rect l="l" t="t" r="r" b="b"/>
              <a:pathLst>
                <a:path w="9228455" h="6344920">
                  <a:moveTo>
                    <a:pt x="0" y="0"/>
                  </a:moveTo>
                  <a:lnTo>
                    <a:pt x="0" y="6344393"/>
                  </a:lnTo>
                  <a:lnTo>
                    <a:pt x="9228087" y="6344393"/>
                  </a:lnTo>
                  <a:lnTo>
                    <a:pt x="9228087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7083085"/>
            <a:ext cx="175570" cy="749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979" y="7613839"/>
            <a:ext cx="175570" cy="749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8210874"/>
            <a:ext cx="175570" cy="749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2257" y="10061900"/>
            <a:ext cx="84488" cy="7799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1684" y="10061900"/>
            <a:ext cx="84488" cy="7799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1111" y="10061900"/>
            <a:ext cx="84488" cy="7799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0538" y="10061900"/>
            <a:ext cx="84533" cy="7799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0010" y="10061900"/>
            <a:ext cx="84488" cy="7799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9256" y="10061900"/>
            <a:ext cx="84488" cy="7799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972" y="9485942"/>
            <a:ext cx="77996" cy="8466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9972" y="9295369"/>
            <a:ext cx="77996" cy="8448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9972" y="9104796"/>
            <a:ext cx="77996" cy="8453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9972" y="8914269"/>
            <a:ext cx="77996" cy="8448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9972" y="8723695"/>
            <a:ext cx="77996" cy="8448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9972" y="8533122"/>
            <a:ext cx="77996" cy="8448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89593" y="10061899"/>
            <a:ext cx="77996" cy="7799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3762" y="10061899"/>
            <a:ext cx="78000" cy="7799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9972" y="9973984"/>
            <a:ext cx="165911" cy="16591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9972" y="9798154"/>
            <a:ext cx="77996" cy="780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9972" y="9622280"/>
            <a:ext cx="77996" cy="77996"/>
          </a:xfrm>
          <a:prstGeom prst="rect">
            <a:avLst/>
          </a:prstGeom>
        </p:spPr>
      </p:pic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SQL</a:t>
            </a:r>
            <a:r>
              <a:rPr dirty="0" spc="-320"/>
              <a:t> </a:t>
            </a:r>
            <a:r>
              <a:rPr dirty="0" spc="140"/>
              <a:t>Processing</a:t>
            </a:r>
            <a:r>
              <a:rPr dirty="0" spc="-320"/>
              <a:t> </a:t>
            </a:r>
            <a:r>
              <a:rPr dirty="0" spc="335"/>
              <a:t>&amp;</a:t>
            </a:r>
            <a:r>
              <a:rPr dirty="0" spc="-315"/>
              <a:t> </a:t>
            </a:r>
            <a:r>
              <a:rPr dirty="0" spc="130"/>
              <a:t>BigQuery</a:t>
            </a:r>
            <a:r>
              <a:rPr dirty="0" spc="-320"/>
              <a:t> </a:t>
            </a:r>
            <a:r>
              <a:rPr dirty="0" spc="90"/>
              <a:t>Integration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65260" y="2105786"/>
            <a:ext cx="6588759" cy="6290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r>
              <a:rPr dirty="0" sz="390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80">
                <a:solidFill>
                  <a:srgbClr val="FFFFFF"/>
                </a:solidFill>
                <a:latin typeface="Lucida Sans Unicode"/>
                <a:cs typeface="Lucida Sans Unicode"/>
              </a:rPr>
              <a:t>queries</a:t>
            </a:r>
            <a:r>
              <a:rPr dirty="0" sz="390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30">
                <a:solidFill>
                  <a:srgbClr val="FFFFFF"/>
                </a:solidFill>
                <a:latin typeface="Lucida Sans Unicode"/>
                <a:cs typeface="Lucida Sans Unicode"/>
              </a:rPr>
              <a:t>were</a:t>
            </a:r>
            <a:r>
              <a:rPr dirty="0" sz="390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40">
                <a:solidFill>
                  <a:srgbClr val="FFFFFF"/>
                </a:solidFill>
                <a:latin typeface="Lucida Sans Unicode"/>
                <a:cs typeface="Lucida Sans Unicode"/>
              </a:rPr>
              <a:t>used</a:t>
            </a:r>
            <a:r>
              <a:rPr dirty="0" sz="390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25">
                <a:solidFill>
                  <a:srgbClr val="FFFFFF"/>
                </a:solidFill>
                <a:latin typeface="Lucida Sans Unicode"/>
                <a:cs typeface="Lucida Sans Unicode"/>
              </a:rPr>
              <a:t>to:</a:t>
            </a:r>
            <a:endParaRPr sz="3900">
              <a:latin typeface="Lucida Sans Unicode"/>
              <a:cs typeface="Lucida Sans Unicode"/>
            </a:endParaRPr>
          </a:p>
          <a:p>
            <a:pPr marL="642620">
              <a:lnSpc>
                <a:spcPct val="100000"/>
              </a:lnSpc>
              <a:spcBef>
                <a:spcPts val="2275"/>
              </a:spcBef>
            </a:pP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Merge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datasets</a:t>
            </a:r>
            <a:endParaRPr sz="2500">
              <a:latin typeface="Lucida Sans Unicode"/>
              <a:cs typeface="Lucida Sans Unicode"/>
            </a:endParaRPr>
          </a:p>
          <a:p>
            <a:pPr marL="642620">
              <a:lnSpc>
                <a:spcPct val="100000"/>
              </a:lnSpc>
              <a:spcBef>
                <a:spcPts val="1170"/>
              </a:spcBef>
            </a:pPr>
            <a:r>
              <a:rPr dirty="0" sz="2500" spc="130">
                <a:solidFill>
                  <a:srgbClr val="FFFFFF"/>
                </a:solidFill>
                <a:latin typeface="Lucida Sans Unicode"/>
                <a:cs typeface="Lucida Sans Unicode"/>
              </a:rPr>
              <a:t>Create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0">
                <a:solidFill>
                  <a:srgbClr val="FFFFFF"/>
                </a:solidFill>
                <a:latin typeface="Lucida Sans Unicode"/>
                <a:cs typeface="Lucida Sans Unicode"/>
              </a:rPr>
              <a:t>analytical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views</a:t>
            </a:r>
            <a:endParaRPr sz="2500">
              <a:latin typeface="Lucida Sans Unicode"/>
              <a:cs typeface="Lucida Sans Unicode"/>
            </a:endParaRPr>
          </a:p>
          <a:p>
            <a:pPr marL="642620" marR="2152650">
              <a:lnSpc>
                <a:spcPct val="134800"/>
              </a:lnSpc>
              <a:spcBef>
                <a:spcPts val="265"/>
              </a:spcBef>
            </a:pPr>
            <a:r>
              <a:rPr dirty="0" sz="2500" spc="120">
                <a:solidFill>
                  <a:srgbClr val="FFFFFF"/>
                </a:solidFill>
                <a:latin typeface="Lucida Sans Unicode"/>
                <a:cs typeface="Lucida Sans Unicode"/>
              </a:rPr>
              <a:t>Calculate</a:t>
            </a:r>
            <a:r>
              <a:rPr dirty="0" sz="25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profit</a:t>
            </a:r>
            <a:r>
              <a:rPr dirty="0" sz="25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Lucida Sans Unicode"/>
                <a:cs typeface="Lucida Sans Unicode"/>
              </a:rPr>
              <a:t>metrics </a:t>
            </a:r>
            <a:r>
              <a:rPr dirty="0" sz="2500" spc="-35">
                <a:solidFill>
                  <a:srgbClr val="FFFFFF"/>
                </a:solidFill>
                <a:latin typeface="Lucida Sans Unicode"/>
                <a:cs typeface="Lucida Sans Unicode"/>
              </a:rPr>
              <a:t>Filter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5">
                <a:solidFill>
                  <a:srgbClr val="FFFFFF"/>
                </a:solidFill>
                <a:latin typeface="Lucida Sans Unicode"/>
                <a:cs typeface="Lucida Sans Unicode"/>
              </a:rPr>
              <a:t>cancelled</a:t>
            </a:r>
            <a:r>
              <a:rPr dirty="0" sz="25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orders</a:t>
            </a:r>
            <a:endParaRPr sz="2500">
              <a:latin typeface="Lucida Sans Unicode"/>
              <a:cs typeface="Lucida Sans Unicode"/>
            </a:endParaRPr>
          </a:p>
          <a:p>
            <a:pPr marL="642620">
              <a:lnSpc>
                <a:spcPct val="100000"/>
              </a:lnSpc>
              <a:spcBef>
                <a:spcPts val="1700"/>
              </a:spcBef>
            </a:pPr>
            <a:r>
              <a:rPr dirty="0" sz="2500" spc="95">
                <a:solidFill>
                  <a:srgbClr val="FFFFFF"/>
                </a:solidFill>
                <a:latin typeface="Lucida Sans Unicode"/>
                <a:cs typeface="Lucida Sans Unicode"/>
              </a:rPr>
              <a:t>Prepare</a:t>
            </a:r>
            <a:r>
              <a:rPr dirty="0" sz="25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5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Power</a:t>
            </a:r>
            <a:r>
              <a:rPr dirty="0" sz="25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">
                <a:solidFill>
                  <a:srgbClr val="FFFFFF"/>
                </a:solidFill>
                <a:latin typeface="Lucida Sans Unicode"/>
                <a:cs typeface="Lucida Sans Unicode"/>
              </a:rPr>
              <a:t>BI</a:t>
            </a:r>
            <a:endParaRPr sz="2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05"/>
              </a:spcBef>
            </a:pPr>
            <a:r>
              <a:rPr dirty="0" sz="3900" spc="75">
                <a:solidFill>
                  <a:srgbClr val="FFFFFF"/>
                </a:solidFill>
                <a:latin typeface="Lucida Sans Unicode"/>
                <a:cs typeface="Lucida Sans Unicode"/>
              </a:rPr>
              <a:t>Technologies</a:t>
            </a:r>
            <a:r>
              <a:rPr dirty="0" sz="39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FFFFFF"/>
                </a:solidFill>
                <a:latin typeface="Lucida Sans Unicode"/>
                <a:cs typeface="Lucida Sans Unicode"/>
              </a:rPr>
              <a:t>Used:</a:t>
            </a:r>
            <a:endParaRPr sz="3900">
              <a:latin typeface="Lucida Sans Unicode"/>
              <a:cs typeface="Lucida Sans Unicode"/>
            </a:endParaRPr>
          </a:p>
          <a:p>
            <a:pPr marL="642620" marR="3241040">
              <a:lnSpc>
                <a:spcPct val="134800"/>
              </a:lnSpc>
              <a:spcBef>
                <a:spcPts val="1570"/>
              </a:spcBef>
            </a:pP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Google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40">
                <a:solidFill>
                  <a:srgbClr val="FFFFFF"/>
                </a:solidFill>
                <a:latin typeface="Lucida Sans Unicode"/>
                <a:cs typeface="Lucida Sans Unicode"/>
              </a:rPr>
              <a:t>BigQuery </a:t>
            </a:r>
            <a:r>
              <a:rPr dirty="0" sz="2500" spc="-25">
                <a:solidFill>
                  <a:srgbClr val="FFFFFF"/>
                </a:solidFill>
                <a:latin typeface="Lucida Sans Unicode"/>
                <a:cs typeface="Lucida Sans Unicode"/>
              </a:rPr>
              <a:t>SQL</a:t>
            </a:r>
            <a:endParaRPr sz="2500">
              <a:latin typeface="Lucida Sans Unicode"/>
              <a:cs typeface="Lucida Sans Unicode"/>
            </a:endParaRPr>
          </a:p>
          <a:p>
            <a:pPr marL="642620">
              <a:lnSpc>
                <a:spcPct val="100000"/>
              </a:lnSpc>
              <a:spcBef>
                <a:spcPts val="1705"/>
              </a:spcBef>
            </a:pP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Cloud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3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Lucida Sans Unicode"/>
                <a:cs typeface="Lucida Sans Unicode"/>
              </a:rPr>
              <a:t>Processing</a:t>
            </a:r>
            <a:endParaRPr sz="2500">
              <a:latin typeface="Lucida Sans Unicode"/>
              <a:cs typeface="Lucida Sans Unicode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524382" y="244779"/>
            <a:ext cx="84488" cy="7799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714956" y="244779"/>
            <a:ext cx="84488" cy="7799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905529" y="244779"/>
            <a:ext cx="84488" cy="7799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096057" y="244779"/>
            <a:ext cx="84533" cy="7799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286630" y="244779"/>
            <a:ext cx="84488" cy="7799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477384" y="244779"/>
            <a:ext cx="84488" cy="7799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053160" y="814064"/>
            <a:ext cx="77996" cy="8466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053160" y="1004817"/>
            <a:ext cx="77996" cy="8448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8053160" y="1385919"/>
            <a:ext cx="77996" cy="8448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8053160" y="1195345"/>
            <a:ext cx="77996" cy="8453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053160" y="1576492"/>
            <a:ext cx="77996" cy="8448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053160" y="1767065"/>
            <a:ext cx="77996" cy="8448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613540" y="244779"/>
            <a:ext cx="77995" cy="7799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789365" y="244779"/>
            <a:ext cx="78000" cy="7799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965244" y="244779"/>
            <a:ext cx="165911" cy="16591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053160" y="508521"/>
            <a:ext cx="77996" cy="7800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8053160" y="684400"/>
            <a:ext cx="77996" cy="779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5132875"/>
            <a:ext cx="175570" cy="749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979" y="6192419"/>
            <a:ext cx="175570" cy="749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979" y="5662648"/>
            <a:ext cx="175570" cy="749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79" y="6723173"/>
            <a:ext cx="175570" cy="749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979" y="7320208"/>
            <a:ext cx="175570" cy="749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527965" y="3336193"/>
            <a:ext cx="8131809" cy="4959985"/>
            <a:chOff x="9527965" y="3336193"/>
            <a:chExt cx="8131809" cy="495998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77495" y="3385723"/>
              <a:ext cx="8032302" cy="48605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66065" y="3374293"/>
              <a:ext cx="8055609" cy="4883785"/>
            </a:xfrm>
            <a:custGeom>
              <a:avLst/>
              <a:gdLst/>
              <a:ahLst/>
              <a:cxnLst/>
              <a:rect l="l" t="t" r="r" b="b"/>
              <a:pathLst>
                <a:path w="8055609" h="4883784">
                  <a:moveTo>
                    <a:pt x="0" y="0"/>
                  </a:moveTo>
                  <a:lnTo>
                    <a:pt x="0" y="4883348"/>
                  </a:lnTo>
                  <a:lnTo>
                    <a:pt x="8055024" y="4883348"/>
                  </a:lnTo>
                  <a:lnTo>
                    <a:pt x="8055024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A5B4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Power</a:t>
            </a:r>
            <a:r>
              <a:rPr dirty="0" spc="-300"/>
              <a:t> </a:t>
            </a:r>
            <a:r>
              <a:rPr dirty="0" spc="125"/>
              <a:t>Query</a:t>
            </a:r>
            <a:r>
              <a:rPr dirty="0" spc="-295"/>
              <a:t> </a:t>
            </a:r>
            <a:r>
              <a:rPr dirty="0" spc="260"/>
              <a:t>Data</a:t>
            </a:r>
            <a:r>
              <a:rPr dirty="0" spc="-300"/>
              <a:t> </a:t>
            </a:r>
            <a:r>
              <a:rPr dirty="0" spc="90"/>
              <a:t>Transformation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1279" y="1850928"/>
            <a:ext cx="13087985" cy="116268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575"/>
              </a:spcBef>
            </a:pPr>
            <a:r>
              <a:rPr dirty="0" sz="3900" spc="105">
                <a:solidFill>
                  <a:srgbClr val="FFFFFF"/>
                </a:solidFill>
                <a:latin typeface="Lucida Sans Unicode"/>
                <a:cs typeface="Lucida Sans Unicode"/>
              </a:rPr>
              <a:t>Power</a:t>
            </a:r>
            <a:r>
              <a:rPr dirty="0" sz="3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90">
                <a:solidFill>
                  <a:srgbClr val="FFFFFF"/>
                </a:solidFill>
                <a:latin typeface="Lucida Sans Unicode"/>
                <a:cs typeface="Lucida Sans Unicode"/>
              </a:rPr>
              <a:t>Query</a:t>
            </a:r>
            <a:r>
              <a:rPr dirty="0" sz="3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250">
                <a:solidFill>
                  <a:srgbClr val="FFFFFF"/>
                </a:solidFill>
                <a:latin typeface="Lucida Sans Unicode"/>
                <a:cs typeface="Lucida Sans Unicode"/>
              </a:rPr>
              <a:t>was</a:t>
            </a:r>
            <a:r>
              <a:rPr dirty="0" sz="3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40">
                <a:solidFill>
                  <a:srgbClr val="FFFFFF"/>
                </a:solidFill>
                <a:latin typeface="Lucida Sans Unicode"/>
                <a:cs typeface="Lucida Sans Unicode"/>
              </a:rPr>
              <a:t>used</a:t>
            </a:r>
            <a:r>
              <a:rPr dirty="0" sz="39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80">
                <a:solidFill>
                  <a:srgbClr val="FFFFFF"/>
                </a:solidFill>
                <a:latin typeface="Lucida Sans Unicode"/>
                <a:cs typeface="Lucida Sans Unicode"/>
              </a:rPr>
              <a:t>transform</a:t>
            </a:r>
            <a:r>
              <a:rPr dirty="0" sz="3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24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9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45">
                <a:solidFill>
                  <a:srgbClr val="FFFFFF"/>
                </a:solidFill>
                <a:latin typeface="Lucida Sans Unicode"/>
                <a:cs typeface="Lucida Sans Unicode"/>
              </a:rPr>
              <a:t>prepare</a:t>
            </a:r>
            <a:r>
              <a:rPr dirty="0" sz="3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50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3900" spc="180">
                <a:solidFill>
                  <a:srgbClr val="FFFFFF"/>
                </a:solidFill>
                <a:latin typeface="Lucida Sans Unicode"/>
                <a:cs typeface="Lucida Sans Unicode"/>
              </a:rPr>
              <a:t>datasets</a:t>
            </a:r>
            <a:r>
              <a:rPr dirty="0" sz="39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70">
                <a:solidFill>
                  <a:srgbClr val="FFFFFF"/>
                </a:solidFill>
                <a:latin typeface="Lucida Sans Unicode"/>
                <a:cs typeface="Lucida Sans Unicode"/>
              </a:rPr>
              <a:t>before</a:t>
            </a:r>
            <a:r>
              <a:rPr dirty="0" sz="3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60">
                <a:solidFill>
                  <a:srgbClr val="FFFFFF"/>
                </a:solidFill>
                <a:latin typeface="Lucida Sans Unicode"/>
                <a:cs typeface="Lucida Sans Unicode"/>
              </a:rPr>
              <a:t>modeling.</a:t>
            </a:r>
            <a:endParaRPr sz="39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1279" y="4077756"/>
            <a:ext cx="7842250" cy="3428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130">
                <a:solidFill>
                  <a:srgbClr val="FFFFFF"/>
                </a:solidFill>
                <a:latin typeface="Lucida Sans Unicode"/>
                <a:cs typeface="Lucida Sans Unicode"/>
              </a:rPr>
              <a:t>Main</a:t>
            </a:r>
            <a:r>
              <a:rPr dirty="0" sz="39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85">
                <a:solidFill>
                  <a:srgbClr val="FFFFFF"/>
                </a:solidFill>
                <a:latin typeface="Lucida Sans Unicode"/>
                <a:cs typeface="Lucida Sans Unicode"/>
              </a:rPr>
              <a:t>transformations</a:t>
            </a:r>
            <a:r>
              <a:rPr dirty="0" sz="39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55">
                <a:solidFill>
                  <a:srgbClr val="FFFFFF"/>
                </a:solidFill>
                <a:latin typeface="Lucida Sans Unicode"/>
                <a:cs typeface="Lucida Sans Unicode"/>
              </a:rPr>
              <a:t>included:</a:t>
            </a:r>
            <a:endParaRPr sz="3900">
              <a:latin typeface="Lucida Sans Unicode"/>
              <a:cs typeface="Lucida Sans Unicode"/>
            </a:endParaRPr>
          </a:p>
          <a:p>
            <a:pPr marL="416559" marR="2957830">
              <a:lnSpc>
                <a:spcPct val="141300"/>
              </a:lnSpc>
              <a:spcBef>
                <a:spcPts val="640"/>
              </a:spcBef>
            </a:pPr>
            <a:r>
              <a:rPr dirty="0" sz="2500" spc="90">
                <a:solidFill>
                  <a:srgbClr val="FFFFFF"/>
                </a:solidFill>
                <a:latin typeface="Lucida Sans Unicode"/>
                <a:cs typeface="Lucida Sans Unicode"/>
              </a:rPr>
              <a:t>Cleaning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Lucida Sans Unicode"/>
                <a:cs typeface="Lucida Sans Unicode"/>
              </a:rPr>
              <a:t>columns 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Standardizing</a:t>
            </a:r>
            <a:r>
              <a:rPr dirty="0" sz="25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types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Sorting</a:t>
            </a:r>
            <a:r>
              <a:rPr dirty="0" sz="2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filtering</a:t>
            </a:r>
            <a:r>
              <a:rPr dirty="0" sz="2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records</a:t>
            </a:r>
            <a:endParaRPr sz="2500">
              <a:latin typeface="Lucida Sans Unicode"/>
              <a:cs typeface="Lucida Sans Unicode"/>
            </a:endParaRPr>
          </a:p>
          <a:p>
            <a:pPr marL="416559">
              <a:lnSpc>
                <a:spcPct val="100000"/>
              </a:lnSpc>
              <a:spcBef>
                <a:spcPts val="1045"/>
              </a:spcBef>
            </a:pP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Creating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structured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0">
                <a:solidFill>
                  <a:srgbClr val="FFFFFF"/>
                </a:solidFill>
                <a:latin typeface="Lucida Sans Unicode"/>
                <a:cs typeface="Lucida Sans Unicode"/>
              </a:rPr>
              <a:t>analytical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Lucida Sans Unicode"/>
                <a:cs typeface="Lucida Sans Unicode"/>
              </a:rPr>
              <a:t>tables</a:t>
            </a:r>
            <a:endParaRPr sz="2500">
              <a:latin typeface="Lucida Sans Unicode"/>
              <a:cs typeface="Lucida Sans Unicode"/>
            </a:endParaRPr>
          </a:p>
          <a:p>
            <a:pPr marL="416559">
              <a:lnSpc>
                <a:spcPct val="100000"/>
              </a:lnSpc>
              <a:spcBef>
                <a:spcPts val="1705"/>
              </a:spcBef>
            </a:pP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Preparing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fact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Lucida Sans Unicode"/>
                <a:cs typeface="Lucida Sans Unicode"/>
              </a:rPr>
              <a:t>dimension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Lucida Sans Unicode"/>
                <a:cs typeface="Lucida Sans Unicode"/>
              </a:rPr>
              <a:t>tables</a:t>
            </a:r>
            <a:endParaRPr sz="2500">
              <a:latin typeface="Lucida Sans Unicode"/>
              <a:cs typeface="Lucida Sans Unicode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60498" y="10507"/>
            <a:ext cx="114821" cy="1148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950541" y="10507"/>
            <a:ext cx="114810" cy="11481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10312" y="10507"/>
            <a:ext cx="114810" cy="1148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00342" y="10507"/>
            <a:ext cx="114821" cy="11481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90384" y="10507"/>
            <a:ext cx="114821" cy="1148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80426" y="10507"/>
            <a:ext cx="114810" cy="11481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70457" y="10507"/>
            <a:ext cx="114821" cy="1148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830228" y="10507"/>
            <a:ext cx="114821" cy="11481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20269" y="10507"/>
            <a:ext cx="114821" cy="11481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81002" y="10507"/>
            <a:ext cx="114810" cy="1148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271033" y="10507"/>
            <a:ext cx="114821" cy="11481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661074" y="10507"/>
            <a:ext cx="114821" cy="11481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051117" y="10507"/>
            <a:ext cx="114810" cy="11481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441147" y="10507"/>
            <a:ext cx="114821" cy="11481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490960" y="10507"/>
            <a:ext cx="114821" cy="11481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566433" y="489905"/>
            <a:ext cx="102952" cy="10295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956476" y="489905"/>
            <a:ext cx="102940" cy="10295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616246" y="489905"/>
            <a:ext cx="102941" cy="10295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006277" y="489905"/>
            <a:ext cx="102952" cy="10295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396318" y="489905"/>
            <a:ext cx="102952" cy="10295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786361" y="489905"/>
            <a:ext cx="102941" cy="10295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176391" y="489905"/>
            <a:ext cx="102952" cy="10295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836162" y="489905"/>
            <a:ext cx="102952" cy="10295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226203" y="489905"/>
            <a:ext cx="102952" cy="102952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276967" y="489905"/>
            <a:ext cx="102952" cy="10295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667009" y="489905"/>
            <a:ext cx="102952" cy="10295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057052" y="489905"/>
            <a:ext cx="102940" cy="10295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447082" y="489905"/>
            <a:ext cx="102952" cy="10295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572367" y="969303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962410" y="969303"/>
            <a:ext cx="91071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622181" y="969303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012211" y="969303"/>
            <a:ext cx="91083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402253" y="969303"/>
            <a:ext cx="91083" cy="9108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792295" y="969303"/>
            <a:ext cx="91071" cy="9108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7182326" y="969303"/>
            <a:ext cx="91083" cy="9108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842097" y="969303"/>
            <a:ext cx="91083" cy="9108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232138" y="969303"/>
            <a:ext cx="91083" cy="9108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2986" y="969303"/>
            <a:ext cx="91071" cy="9108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453017" y="969303"/>
            <a:ext cx="91082" cy="9108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578302" y="1448701"/>
            <a:ext cx="79213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968345" y="1448701"/>
            <a:ext cx="79202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628115" y="1448701"/>
            <a:ext cx="79202" cy="7921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018146" y="1448701"/>
            <a:ext cx="79213" cy="79213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408187" y="1448701"/>
            <a:ext cx="79213" cy="7921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798230" y="1448701"/>
            <a:ext cx="79202" cy="7921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188260" y="1448701"/>
            <a:ext cx="79213" cy="7921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848031" y="1448701"/>
            <a:ext cx="79213" cy="7921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238072" y="1448701"/>
            <a:ext cx="79213" cy="7921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584238" y="1928097"/>
            <a:ext cx="67348" cy="67348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974279" y="1928099"/>
            <a:ext cx="67333" cy="6734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634050" y="1928099"/>
            <a:ext cx="67332" cy="6734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024079" y="1928097"/>
            <a:ext cx="67348" cy="6734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414120" y="1928097"/>
            <a:ext cx="67348" cy="67348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804164" y="1928099"/>
            <a:ext cx="67332" cy="67344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194190" y="1928097"/>
            <a:ext cx="67348" cy="67348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1759610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7" y="1713"/>
                </a:lnTo>
                <a:lnTo>
                  <a:pt x="37216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6" y="37214"/>
                </a:lnTo>
                <a:lnTo>
                  <a:pt x="30287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7986145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7" y="1713"/>
                </a:lnTo>
                <a:lnTo>
                  <a:pt x="37217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7" y="37214"/>
                </a:lnTo>
                <a:lnTo>
                  <a:pt x="30287" y="41886"/>
                </a:lnTo>
                <a:lnTo>
                  <a:pt x="21800" y="43600"/>
                </a:lnTo>
                <a:lnTo>
                  <a:pt x="13315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6425992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8" y="1713"/>
                </a:lnTo>
                <a:lnTo>
                  <a:pt x="37216" y="6384"/>
                </a:lnTo>
                <a:lnTo>
                  <a:pt x="41887" y="13313"/>
                </a:lnTo>
                <a:lnTo>
                  <a:pt x="43600" y="21798"/>
                </a:lnTo>
                <a:lnTo>
                  <a:pt x="41887" y="30284"/>
                </a:lnTo>
                <a:lnTo>
                  <a:pt x="37216" y="37214"/>
                </a:lnTo>
                <a:lnTo>
                  <a:pt x="30288" y="41886"/>
                </a:lnTo>
                <a:lnTo>
                  <a:pt x="21802" y="43600"/>
                </a:lnTo>
                <a:lnTo>
                  <a:pt x="13315" y="41886"/>
                </a:lnTo>
                <a:lnTo>
                  <a:pt x="6385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681602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90" y="1713"/>
                </a:lnTo>
                <a:lnTo>
                  <a:pt x="37220" y="6384"/>
                </a:lnTo>
                <a:lnTo>
                  <a:pt x="41892" y="13313"/>
                </a:lnTo>
                <a:lnTo>
                  <a:pt x="43605" y="21798"/>
                </a:lnTo>
                <a:lnTo>
                  <a:pt x="41892" y="30284"/>
                </a:lnTo>
                <a:lnTo>
                  <a:pt x="37220" y="37214"/>
                </a:lnTo>
                <a:lnTo>
                  <a:pt x="30290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7206070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5" y="1713"/>
                </a:lnTo>
                <a:lnTo>
                  <a:pt x="37215" y="6384"/>
                </a:lnTo>
                <a:lnTo>
                  <a:pt x="41886" y="13313"/>
                </a:lnTo>
                <a:lnTo>
                  <a:pt x="43600" y="21798"/>
                </a:lnTo>
                <a:lnTo>
                  <a:pt x="41886" y="30284"/>
                </a:lnTo>
                <a:lnTo>
                  <a:pt x="37215" y="37214"/>
                </a:lnTo>
                <a:lnTo>
                  <a:pt x="30285" y="41886"/>
                </a:lnTo>
                <a:lnTo>
                  <a:pt x="21800" y="43600"/>
                </a:lnTo>
                <a:lnTo>
                  <a:pt x="13314" y="41886"/>
                </a:lnTo>
                <a:lnTo>
                  <a:pt x="6384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4" y="6384"/>
                </a:lnTo>
                <a:lnTo>
                  <a:pt x="13314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06722" y="9898855"/>
            <a:ext cx="102952" cy="10295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16692" y="9898855"/>
            <a:ext cx="102940" cy="102952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26649" y="9898855"/>
            <a:ext cx="102952" cy="102952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0" y="9901266"/>
            <a:ext cx="40005" cy="98425"/>
          </a:xfrm>
          <a:custGeom>
            <a:avLst/>
            <a:gdLst/>
            <a:ahLst/>
            <a:cxnLst/>
            <a:rect l="l" t="t" r="r" b="b"/>
            <a:pathLst>
              <a:path w="40005" h="98425">
                <a:moveTo>
                  <a:pt x="0" y="98129"/>
                </a:moveTo>
                <a:lnTo>
                  <a:pt x="0" y="0"/>
                </a:lnTo>
                <a:lnTo>
                  <a:pt x="8102" y="1639"/>
                </a:lnTo>
                <a:lnTo>
                  <a:pt x="24467" y="12681"/>
                </a:lnTo>
                <a:lnTo>
                  <a:pt x="35509" y="29045"/>
                </a:lnTo>
                <a:lnTo>
                  <a:pt x="39560" y="49064"/>
                </a:lnTo>
                <a:lnTo>
                  <a:pt x="35509" y="69083"/>
                </a:lnTo>
                <a:lnTo>
                  <a:pt x="24467" y="85448"/>
                </a:lnTo>
                <a:lnTo>
                  <a:pt x="8102" y="96489"/>
                </a:lnTo>
                <a:lnTo>
                  <a:pt x="0" y="98129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056920" y="9898855"/>
            <a:ext cx="102941" cy="102952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66878" y="9898855"/>
            <a:ext cx="102952" cy="102952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276836" y="9898855"/>
            <a:ext cx="102952" cy="10295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886806" y="9898855"/>
            <a:ext cx="102941" cy="10295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96764" y="9898855"/>
            <a:ext cx="102952" cy="102952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836993" y="9898855"/>
            <a:ext cx="102952" cy="10295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446951" y="9898855"/>
            <a:ext cx="102952" cy="102952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396188" y="9898855"/>
            <a:ext cx="102952" cy="102952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006146" y="9898855"/>
            <a:ext cx="102952" cy="102952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616115" y="9898855"/>
            <a:ext cx="102940" cy="102952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226073" y="9898855"/>
            <a:ext cx="102952" cy="102952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12656" y="9431326"/>
            <a:ext cx="91083" cy="9108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22626" y="9431326"/>
            <a:ext cx="91071" cy="9108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32584" y="9431326"/>
            <a:ext cx="91083" cy="91083"/>
          </a:xfrm>
          <a:prstGeom prst="rect">
            <a:avLst/>
          </a:prstGeom>
        </p:spPr>
      </p:pic>
      <p:sp>
        <p:nvSpPr>
          <p:cNvPr id="91" name="object 91"/>
          <p:cNvSpPr/>
          <p:nvPr/>
        </p:nvSpPr>
        <p:spPr>
          <a:xfrm>
            <a:off x="0" y="9433739"/>
            <a:ext cx="33655" cy="86360"/>
          </a:xfrm>
          <a:custGeom>
            <a:avLst/>
            <a:gdLst/>
            <a:ahLst/>
            <a:cxnLst/>
            <a:rect l="l" t="t" r="r" b="b"/>
            <a:pathLst>
              <a:path w="33655" h="86359">
                <a:moveTo>
                  <a:pt x="0" y="86258"/>
                </a:moveTo>
                <a:lnTo>
                  <a:pt x="0" y="0"/>
                </a:lnTo>
                <a:lnTo>
                  <a:pt x="5791" y="1172"/>
                </a:lnTo>
                <a:lnTo>
                  <a:pt x="20269" y="10943"/>
                </a:lnTo>
                <a:lnTo>
                  <a:pt x="30040" y="25421"/>
                </a:lnTo>
                <a:lnTo>
                  <a:pt x="33625" y="43129"/>
                </a:lnTo>
                <a:lnTo>
                  <a:pt x="30040" y="60836"/>
                </a:lnTo>
                <a:lnTo>
                  <a:pt x="20269" y="75314"/>
                </a:lnTo>
                <a:lnTo>
                  <a:pt x="5791" y="85085"/>
                </a:lnTo>
                <a:lnTo>
                  <a:pt x="0" y="86258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2" name="object 9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062855" y="9431326"/>
            <a:ext cx="91071" cy="9108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282771" y="9431326"/>
            <a:ext cx="91083" cy="91083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672813" y="9431326"/>
            <a:ext cx="91083" cy="91083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892741" y="9431326"/>
            <a:ext cx="91071" cy="91083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502699" y="9431326"/>
            <a:ext cx="91083" cy="91083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452886" y="9431326"/>
            <a:ext cx="91083" cy="91083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842928" y="9431326"/>
            <a:ext cx="91083" cy="9108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622050" y="9431326"/>
            <a:ext cx="91071" cy="91083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232008" y="9431326"/>
            <a:ext cx="91082" cy="91083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18591" y="8963797"/>
            <a:ext cx="79213" cy="79213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28561" y="8963797"/>
            <a:ext cx="79202" cy="79213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8519" y="8963797"/>
            <a:ext cx="79213" cy="79213"/>
          </a:xfrm>
          <a:prstGeom prst="rect">
            <a:avLst/>
          </a:prstGeom>
        </p:spPr>
      </p:pic>
      <p:sp>
        <p:nvSpPr>
          <p:cNvPr id="104" name="object 104"/>
          <p:cNvSpPr/>
          <p:nvPr/>
        </p:nvSpPr>
        <p:spPr>
          <a:xfrm>
            <a:off x="0" y="8966210"/>
            <a:ext cx="27940" cy="74930"/>
          </a:xfrm>
          <a:custGeom>
            <a:avLst/>
            <a:gdLst/>
            <a:ahLst/>
            <a:cxnLst/>
            <a:rect l="l" t="t" r="r" b="b"/>
            <a:pathLst>
              <a:path w="27940" h="74929">
                <a:moveTo>
                  <a:pt x="0" y="74389"/>
                </a:moveTo>
                <a:lnTo>
                  <a:pt x="0" y="0"/>
                </a:lnTo>
                <a:lnTo>
                  <a:pt x="3485" y="705"/>
                </a:lnTo>
                <a:lnTo>
                  <a:pt x="16076" y="9202"/>
                </a:lnTo>
                <a:lnTo>
                  <a:pt x="24573" y="21793"/>
                </a:lnTo>
                <a:lnTo>
                  <a:pt x="27691" y="37194"/>
                </a:lnTo>
                <a:lnTo>
                  <a:pt x="24573" y="52596"/>
                </a:lnTo>
                <a:lnTo>
                  <a:pt x="16076" y="65187"/>
                </a:lnTo>
                <a:lnTo>
                  <a:pt x="3485" y="73684"/>
                </a:lnTo>
                <a:lnTo>
                  <a:pt x="0" y="74389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5" name="object 10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68790" y="8963797"/>
            <a:ext cx="79202" cy="79213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678748" y="8963797"/>
            <a:ext cx="79213" cy="79213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288706" y="8963797"/>
            <a:ext cx="79213" cy="79213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898675" y="8963797"/>
            <a:ext cx="79202" cy="79213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508633" y="8963797"/>
            <a:ext cx="79213" cy="79213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48863" y="8963797"/>
            <a:ext cx="79213" cy="79213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458821" y="8963797"/>
            <a:ext cx="79213" cy="79213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24522" y="8496268"/>
            <a:ext cx="67348" cy="67348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34495" y="8496268"/>
            <a:ext cx="67333" cy="67344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44451" y="8496268"/>
            <a:ext cx="67348" cy="67348"/>
          </a:xfrm>
          <a:prstGeom prst="rect">
            <a:avLst/>
          </a:prstGeom>
        </p:spPr>
      </p:pic>
      <p:sp>
        <p:nvSpPr>
          <p:cNvPr id="115" name="object 115"/>
          <p:cNvSpPr/>
          <p:nvPr/>
        </p:nvSpPr>
        <p:spPr>
          <a:xfrm>
            <a:off x="0" y="8498429"/>
            <a:ext cx="22225" cy="63500"/>
          </a:xfrm>
          <a:custGeom>
            <a:avLst/>
            <a:gdLst/>
            <a:ahLst/>
            <a:cxnLst/>
            <a:rect l="l" t="t" r="r" b="b"/>
            <a:pathLst>
              <a:path w="22225" h="63500">
                <a:moveTo>
                  <a:pt x="0" y="63025"/>
                </a:moveTo>
                <a:lnTo>
                  <a:pt x="0" y="0"/>
                </a:lnTo>
                <a:lnTo>
                  <a:pt x="5095" y="2110"/>
                </a:lnTo>
                <a:lnTo>
                  <a:pt x="21757" y="27047"/>
                </a:lnTo>
                <a:lnTo>
                  <a:pt x="21757" y="35978"/>
                </a:lnTo>
                <a:lnTo>
                  <a:pt x="0" y="63025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6" name="object 11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074725" y="8496268"/>
            <a:ext cx="67332" cy="67344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84681" y="8496268"/>
            <a:ext cx="67348" cy="67348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294639" y="8496268"/>
            <a:ext cx="67348" cy="67348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904610" y="8496268"/>
            <a:ext cx="67332" cy="67344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14568" y="8496268"/>
            <a:ext cx="67348" cy="67348"/>
          </a:xfrm>
          <a:prstGeom prst="rect">
            <a:avLst/>
          </a:prstGeom>
        </p:spPr>
      </p:pic>
      <p:sp>
        <p:nvSpPr>
          <p:cNvPr id="121" name="object 121"/>
          <p:cNvSpPr/>
          <p:nvPr/>
        </p:nvSpPr>
        <p:spPr>
          <a:xfrm>
            <a:off x="1136398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46359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356323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0" y="8038700"/>
            <a:ext cx="10160" cy="35560"/>
          </a:xfrm>
          <a:custGeom>
            <a:avLst/>
            <a:gdLst/>
            <a:ahLst/>
            <a:cxnLst/>
            <a:rect l="l" t="t" r="r" b="b"/>
            <a:pathLst>
              <a:path w="10160" h="35559">
                <a:moveTo>
                  <a:pt x="0" y="35550"/>
                </a:moveTo>
                <a:lnTo>
                  <a:pt x="0" y="0"/>
                </a:lnTo>
                <a:lnTo>
                  <a:pt x="3501" y="2360"/>
                </a:lnTo>
                <a:lnTo>
                  <a:pt x="8173" y="9290"/>
                </a:lnTo>
                <a:lnTo>
                  <a:pt x="9887" y="17776"/>
                </a:lnTo>
                <a:lnTo>
                  <a:pt x="8173" y="26261"/>
                </a:lnTo>
                <a:lnTo>
                  <a:pt x="3501" y="33190"/>
                </a:lnTo>
                <a:lnTo>
                  <a:pt x="0" y="3555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306516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916474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526437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473" y="1416931"/>
            <a:ext cx="148978" cy="148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823" y="1422887"/>
            <a:ext cx="137053" cy="137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248" y="1428856"/>
            <a:ext cx="125141" cy="1251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66762" y="1434812"/>
            <a:ext cx="113203" cy="1132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96337" y="1440781"/>
            <a:ext cx="101291" cy="1012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4000" y="1446737"/>
            <a:ext cx="89366" cy="893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19738" y="1452693"/>
            <a:ext cx="77441" cy="774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13552" y="1458662"/>
            <a:ext cx="65529" cy="6551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195440" y="1464618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65416" y="147057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09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9105899" y="3083368"/>
            <a:ext cx="4110354" cy="2314575"/>
            <a:chOff x="9105899" y="3083368"/>
            <a:chExt cx="4110354" cy="2314575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55429" y="3132899"/>
              <a:ext cx="4011388" cy="221935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43999" y="3121468"/>
              <a:ext cx="4034154" cy="2238375"/>
            </a:xfrm>
            <a:custGeom>
              <a:avLst/>
              <a:gdLst/>
              <a:ahLst/>
              <a:cxnLst/>
              <a:rect l="l" t="t" r="r" b="b"/>
              <a:pathLst>
                <a:path w="4034155" h="2238375">
                  <a:moveTo>
                    <a:pt x="4034135" y="2238375"/>
                  </a:moveTo>
                  <a:lnTo>
                    <a:pt x="4034135" y="0"/>
                  </a:lnTo>
                  <a:lnTo>
                    <a:pt x="0" y="0"/>
                  </a:lnTo>
                  <a:lnTo>
                    <a:pt x="0" y="223837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14014609" y="3083368"/>
            <a:ext cx="4019550" cy="2314575"/>
            <a:chOff x="14014609" y="3083368"/>
            <a:chExt cx="4019550" cy="231457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64139" y="3132899"/>
              <a:ext cx="3919967" cy="221935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052709" y="3121468"/>
              <a:ext cx="3943350" cy="2238375"/>
            </a:xfrm>
            <a:custGeom>
              <a:avLst/>
              <a:gdLst/>
              <a:ahLst/>
              <a:cxnLst/>
              <a:rect l="l" t="t" r="r" b="b"/>
              <a:pathLst>
                <a:path w="3943350" h="2238375">
                  <a:moveTo>
                    <a:pt x="3942754" y="2238375"/>
                  </a:moveTo>
                  <a:lnTo>
                    <a:pt x="3942754" y="0"/>
                  </a:lnTo>
                  <a:lnTo>
                    <a:pt x="0" y="0"/>
                  </a:lnTo>
                  <a:lnTo>
                    <a:pt x="0" y="2238375"/>
                  </a:lnTo>
                </a:path>
              </a:pathLst>
            </a:custGeom>
            <a:ln w="761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9105900" y="6435347"/>
            <a:ext cx="4441190" cy="2374265"/>
            <a:chOff x="9105900" y="6435347"/>
            <a:chExt cx="4441190" cy="2374265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55430" y="6484878"/>
              <a:ext cx="4342164" cy="227531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43999" y="6473447"/>
              <a:ext cx="4364990" cy="2298065"/>
            </a:xfrm>
            <a:custGeom>
              <a:avLst/>
              <a:gdLst/>
              <a:ahLst/>
              <a:cxnLst/>
              <a:rect l="l" t="t" r="r" b="b"/>
              <a:pathLst>
                <a:path w="4364990" h="2298065">
                  <a:moveTo>
                    <a:pt x="0" y="0"/>
                  </a:moveTo>
                  <a:lnTo>
                    <a:pt x="0" y="2298054"/>
                  </a:lnTo>
                  <a:lnTo>
                    <a:pt x="4364979" y="2298054"/>
                  </a:lnTo>
                  <a:lnTo>
                    <a:pt x="4364979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14014609" y="6435347"/>
            <a:ext cx="4076700" cy="2374265"/>
            <a:chOff x="14014609" y="6435347"/>
            <a:chExt cx="4076700" cy="2374265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064139" y="6484878"/>
              <a:ext cx="3977293" cy="227531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4052709" y="6473447"/>
              <a:ext cx="4000500" cy="2298065"/>
            </a:xfrm>
            <a:custGeom>
              <a:avLst/>
              <a:gdLst/>
              <a:ahLst/>
              <a:cxnLst/>
              <a:rect l="l" t="t" r="r" b="b"/>
              <a:pathLst>
                <a:path w="4000500" h="2298065">
                  <a:moveTo>
                    <a:pt x="0" y="0"/>
                  </a:moveTo>
                  <a:lnTo>
                    <a:pt x="0" y="2298054"/>
                  </a:lnTo>
                  <a:lnTo>
                    <a:pt x="4000053" y="2298054"/>
                  </a:lnTo>
                  <a:lnTo>
                    <a:pt x="4000053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3979" y="4309579"/>
            <a:ext cx="175570" cy="7490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3979" y="4839351"/>
            <a:ext cx="175570" cy="7490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3979" y="5369122"/>
            <a:ext cx="175570" cy="7490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3979" y="5899875"/>
            <a:ext cx="175570" cy="7490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4549899" y="5864035"/>
            <a:ext cx="263334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80">
                <a:solidFill>
                  <a:srgbClr val="FFFFFF"/>
                </a:solidFill>
                <a:latin typeface="Arial Black"/>
                <a:cs typeface="Arial Black"/>
              </a:rPr>
              <a:t>DimLeadSource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107956" y="2363248"/>
            <a:ext cx="1369060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20">
                <a:solidFill>
                  <a:srgbClr val="FFFFFF"/>
                </a:solidFill>
                <a:latin typeface="Arial Black"/>
                <a:cs typeface="Arial Black"/>
              </a:rPr>
              <a:t>DimCity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37905" y="2363248"/>
            <a:ext cx="287083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50">
                <a:solidFill>
                  <a:srgbClr val="FFFFFF"/>
                </a:solidFill>
                <a:latin typeface="Arial Black"/>
                <a:cs typeface="Arial Black"/>
              </a:rPr>
              <a:t>DimHousingType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Building</a:t>
            </a:r>
            <a:r>
              <a:rPr dirty="0" spc="-275"/>
              <a:t> </a:t>
            </a:r>
            <a:r>
              <a:rPr dirty="0" spc="90"/>
              <a:t>Dimension</a:t>
            </a:r>
            <a:r>
              <a:rPr dirty="0" spc="-275"/>
              <a:t> </a:t>
            </a:r>
            <a:r>
              <a:rPr dirty="0" spc="120"/>
              <a:t>Tables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9465264" y="5864035"/>
            <a:ext cx="291655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55">
                <a:solidFill>
                  <a:srgbClr val="FFFFFF"/>
                </a:solidFill>
                <a:latin typeface="Arial Black"/>
                <a:cs typeface="Arial Black"/>
              </a:rPr>
              <a:t>DimServiceName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1279" y="3081135"/>
            <a:ext cx="8102600" cy="300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55">
                <a:solidFill>
                  <a:srgbClr val="FFFFFF"/>
                </a:solidFill>
                <a:latin typeface="Lucida Sans Unicode"/>
                <a:cs typeface="Lucida Sans Unicode"/>
              </a:rPr>
              <a:t>Dimension</a:t>
            </a:r>
            <a:r>
              <a:rPr dirty="0" sz="37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125">
                <a:solidFill>
                  <a:srgbClr val="FFFFFF"/>
                </a:solidFill>
                <a:latin typeface="Lucida Sans Unicode"/>
                <a:cs typeface="Lucida Sans Unicode"/>
              </a:rPr>
              <a:t>tables</a:t>
            </a:r>
            <a:r>
              <a:rPr dirty="0" sz="37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120">
                <a:solidFill>
                  <a:srgbClr val="FFFFFF"/>
                </a:solidFill>
                <a:latin typeface="Lucida Sans Unicode"/>
                <a:cs typeface="Lucida Sans Unicode"/>
              </a:rPr>
              <a:t>were</a:t>
            </a:r>
            <a:r>
              <a:rPr dirty="0" sz="37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170">
                <a:solidFill>
                  <a:srgbClr val="FFFFFF"/>
                </a:solidFill>
                <a:latin typeface="Lucida Sans Unicode"/>
                <a:cs typeface="Lucida Sans Unicode"/>
              </a:rPr>
              <a:t>created</a:t>
            </a:r>
            <a:r>
              <a:rPr dirty="0" sz="37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-25">
                <a:solidFill>
                  <a:srgbClr val="FFFFFF"/>
                </a:solidFill>
                <a:latin typeface="Lucida Sans Unicode"/>
                <a:cs typeface="Lucida Sans Unicode"/>
              </a:rPr>
              <a:t>to:</a:t>
            </a:r>
            <a:endParaRPr sz="3700">
              <a:latin typeface="Lucida Sans Unicode"/>
              <a:cs typeface="Lucida Sans Unicode"/>
            </a:endParaRPr>
          </a:p>
          <a:p>
            <a:pPr marL="416559" marR="3080385">
              <a:lnSpc>
                <a:spcPct val="139100"/>
              </a:lnSpc>
              <a:spcBef>
                <a:spcPts val="2315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Organize</a:t>
            </a:r>
            <a:r>
              <a:rPr dirty="0" sz="25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Lucida Sans Unicode"/>
                <a:cs typeface="Lucida Sans Unicode"/>
              </a:rPr>
              <a:t>categorical</a:t>
            </a:r>
            <a:r>
              <a:rPr dirty="0" sz="25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data </a:t>
            </a:r>
            <a:r>
              <a:rPr dirty="0" sz="2500" spc="120">
                <a:solidFill>
                  <a:srgbClr val="FFFFFF"/>
                </a:solidFill>
                <a:latin typeface="Lucida Sans Unicode"/>
                <a:cs typeface="Lucida Sans Unicode"/>
              </a:rPr>
              <a:t>Reduce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Lucida Sans Unicode"/>
                <a:cs typeface="Lucida Sans Unicode"/>
              </a:rPr>
              <a:t>redundancy </a:t>
            </a:r>
            <a:r>
              <a:rPr dirty="0" sz="2500" spc="120">
                <a:solidFill>
                  <a:srgbClr val="FFFFFF"/>
                </a:solidFill>
                <a:latin typeface="Lucida Sans Unicode"/>
                <a:cs typeface="Lucida Sans Unicode"/>
              </a:rPr>
              <a:t>Reduce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Lucida Sans Unicode"/>
                <a:cs typeface="Lucida Sans Unicode"/>
              </a:rPr>
              <a:t>redundancy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Star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95">
                <a:solidFill>
                  <a:srgbClr val="FFFFFF"/>
                </a:solidFill>
                <a:latin typeface="Lucida Sans Unicode"/>
                <a:cs typeface="Lucida Sans Unicode"/>
              </a:rPr>
              <a:t>Schema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design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09" y="3996591"/>
            <a:ext cx="175570" cy="749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09" y="4526362"/>
            <a:ext cx="175570" cy="749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309" y="5056134"/>
            <a:ext cx="175570" cy="7490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Additional</a:t>
            </a:r>
            <a:r>
              <a:rPr dirty="0" spc="-285"/>
              <a:t> </a:t>
            </a:r>
            <a:r>
              <a:rPr dirty="0" spc="114"/>
              <a:t>Supporting</a:t>
            </a:r>
            <a:r>
              <a:rPr dirty="0" spc="-280"/>
              <a:t> </a:t>
            </a:r>
            <a:r>
              <a:rPr dirty="0" spc="120"/>
              <a:t>Tables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60498" y="10507"/>
            <a:ext cx="114821" cy="1148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50541" y="10507"/>
            <a:ext cx="114810" cy="1148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10312" y="10507"/>
            <a:ext cx="114810" cy="1148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00342" y="10507"/>
            <a:ext cx="114821" cy="1148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90384" y="10507"/>
            <a:ext cx="114821" cy="1148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80426" y="10507"/>
            <a:ext cx="114810" cy="1148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70457" y="10507"/>
            <a:ext cx="114821" cy="1148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30228" y="10507"/>
            <a:ext cx="114821" cy="1148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20269" y="10507"/>
            <a:ext cx="114821" cy="11481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81002" y="10507"/>
            <a:ext cx="114810" cy="1148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71033" y="10507"/>
            <a:ext cx="114821" cy="11481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61074" y="10507"/>
            <a:ext cx="114821" cy="1148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051117" y="10507"/>
            <a:ext cx="114810" cy="11481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441147" y="10507"/>
            <a:ext cx="114821" cy="1148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490960" y="10507"/>
            <a:ext cx="114821" cy="11481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66433" y="489905"/>
            <a:ext cx="102952" cy="10295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56476" y="489905"/>
            <a:ext cx="102940" cy="10295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16246" y="489905"/>
            <a:ext cx="102941" cy="10295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06277" y="489905"/>
            <a:ext cx="102952" cy="10295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396318" y="489905"/>
            <a:ext cx="102952" cy="10295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786361" y="489905"/>
            <a:ext cx="102941" cy="10295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176391" y="489905"/>
            <a:ext cx="102952" cy="10295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836162" y="489905"/>
            <a:ext cx="102952" cy="10295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226203" y="489905"/>
            <a:ext cx="102952" cy="10295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276967" y="489905"/>
            <a:ext cx="102952" cy="10295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667009" y="489905"/>
            <a:ext cx="102952" cy="10295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057052" y="489905"/>
            <a:ext cx="102940" cy="10295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447082" y="489905"/>
            <a:ext cx="102952" cy="10295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572367" y="969303"/>
            <a:ext cx="91083" cy="910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962410" y="969303"/>
            <a:ext cx="91071" cy="9108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622181" y="969303"/>
            <a:ext cx="91071" cy="910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012211" y="969303"/>
            <a:ext cx="91083" cy="910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402253" y="969303"/>
            <a:ext cx="91083" cy="910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792295" y="969303"/>
            <a:ext cx="91071" cy="910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182326" y="969303"/>
            <a:ext cx="91083" cy="910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842097" y="969303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232138" y="969303"/>
            <a:ext cx="91083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062986" y="969303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453017" y="969303"/>
            <a:ext cx="91082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578302" y="1448701"/>
            <a:ext cx="79213" cy="7921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968345" y="1448701"/>
            <a:ext cx="79202" cy="792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628115" y="1448701"/>
            <a:ext cx="79202" cy="79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018146" y="1448701"/>
            <a:ext cx="79213" cy="79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408187" y="1448701"/>
            <a:ext cx="79213" cy="7921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798230" y="1448701"/>
            <a:ext cx="79202" cy="792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188260" y="1448701"/>
            <a:ext cx="79213" cy="7921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848031" y="1448701"/>
            <a:ext cx="79213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238072" y="1448701"/>
            <a:ext cx="79213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584238" y="1928097"/>
            <a:ext cx="67348" cy="6734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974279" y="1928099"/>
            <a:ext cx="67333" cy="6734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634050" y="1928099"/>
            <a:ext cx="67332" cy="673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024079" y="1928097"/>
            <a:ext cx="67348" cy="6734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414120" y="1928097"/>
            <a:ext cx="67348" cy="6734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804164" y="1928099"/>
            <a:ext cx="67332" cy="6734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194190" y="1928097"/>
            <a:ext cx="67348" cy="67348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1759610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7" y="1713"/>
                </a:lnTo>
                <a:lnTo>
                  <a:pt x="37216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6" y="37214"/>
                </a:lnTo>
                <a:lnTo>
                  <a:pt x="30287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7986145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7" y="1713"/>
                </a:lnTo>
                <a:lnTo>
                  <a:pt x="37217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7" y="37214"/>
                </a:lnTo>
                <a:lnTo>
                  <a:pt x="30287" y="41886"/>
                </a:lnTo>
                <a:lnTo>
                  <a:pt x="21800" y="43600"/>
                </a:lnTo>
                <a:lnTo>
                  <a:pt x="13315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3" name="object 6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06722" y="9898855"/>
            <a:ext cx="102952" cy="10295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16692" y="9898855"/>
            <a:ext cx="102940" cy="102952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6649" y="9898855"/>
            <a:ext cx="102952" cy="102952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0" y="9901266"/>
            <a:ext cx="40005" cy="98425"/>
          </a:xfrm>
          <a:custGeom>
            <a:avLst/>
            <a:gdLst/>
            <a:ahLst/>
            <a:cxnLst/>
            <a:rect l="l" t="t" r="r" b="b"/>
            <a:pathLst>
              <a:path w="40005" h="98425">
                <a:moveTo>
                  <a:pt x="0" y="98129"/>
                </a:moveTo>
                <a:lnTo>
                  <a:pt x="0" y="0"/>
                </a:lnTo>
                <a:lnTo>
                  <a:pt x="8102" y="1639"/>
                </a:lnTo>
                <a:lnTo>
                  <a:pt x="24467" y="12681"/>
                </a:lnTo>
                <a:lnTo>
                  <a:pt x="35509" y="29045"/>
                </a:lnTo>
                <a:lnTo>
                  <a:pt x="39560" y="49064"/>
                </a:lnTo>
                <a:lnTo>
                  <a:pt x="35509" y="69083"/>
                </a:lnTo>
                <a:lnTo>
                  <a:pt x="24467" y="85448"/>
                </a:lnTo>
                <a:lnTo>
                  <a:pt x="8102" y="96489"/>
                </a:lnTo>
                <a:lnTo>
                  <a:pt x="0" y="98129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56920" y="9898855"/>
            <a:ext cx="102941" cy="102952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666878" y="9898855"/>
            <a:ext cx="102952" cy="102952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276836" y="9898855"/>
            <a:ext cx="102952" cy="102952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886806" y="9898855"/>
            <a:ext cx="102941" cy="102952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496764" y="9898855"/>
            <a:ext cx="102952" cy="102952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836993" y="9898855"/>
            <a:ext cx="102952" cy="10295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446951" y="9898855"/>
            <a:ext cx="102952" cy="10295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396188" y="9898855"/>
            <a:ext cx="102952" cy="102952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006146" y="9898855"/>
            <a:ext cx="102952" cy="102952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616115" y="9898855"/>
            <a:ext cx="102940" cy="102952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226073" y="9898855"/>
            <a:ext cx="102952" cy="102952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12656" y="9431326"/>
            <a:ext cx="91083" cy="91083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22626" y="9431326"/>
            <a:ext cx="91071" cy="91083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2584" y="9431326"/>
            <a:ext cx="91083" cy="91083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0" y="9433739"/>
            <a:ext cx="33655" cy="86360"/>
          </a:xfrm>
          <a:custGeom>
            <a:avLst/>
            <a:gdLst/>
            <a:ahLst/>
            <a:cxnLst/>
            <a:rect l="l" t="t" r="r" b="b"/>
            <a:pathLst>
              <a:path w="33655" h="86359">
                <a:moveTo>
                  <a:pt x="0" y="86258"/>
                </a:moveTo>
                <a:lnTo>
                  <a:pt x="0" y="0"/>
                </a:lnTo>
                <a:lnTo>
                  <a:pt x="5791" y="1172"/>
                </a:lnTo>
                <a:lnTo>
                  <a:pt x="20269" y="10943"/>
                </a:lnTo>
                <a:lnTo>
                  <a:pt x="30040" y="25421"/>
                </a:lnTo>
                <a:lnTo>
                  <a:pt x="33625" y="43129"/>
                </a:lnTo>
                <a:lnTo>
                  <a:pt x="30040" y="60836"/>
                </a:lnTo>
                <a:lnTo>
                  <a:pt x="20269" y="75314"/>
                </a:lnTo>
                <a:lnTo>
                  <a:pt x="5791" y="85085"/>
                </a:lnTo>
                <a:lnTo>
                  <a:pt x="0" y="86258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2" name="object 8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062855" y="9431326"/>
            <a:ext cx="91071" cy="9108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672813" y="9431326"/>
            <a:ext cx="91083" cy="9108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282771" y="9431326"/>
            <a:ext cx="91083" cy="9108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892741" y="9431326"/>
            <a:ext cx="91071" cy="9108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02699" y="9431326"/>
            <a:ext cx="91083" cy="9108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842928" y="9431326"/>
            <a:ext cx="91083" cy="91083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452886" y="9431326"/>
            <a:ext cx="91083" cy="9108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232008" y="9431326"/>
            <a:ext cx="91082" cy="9108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622050" y="9431326"/>
            <a:ext cx="91071" cy="91083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18591" y="8963797"/>
            <a:ext cx="79213" cy="79213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28561" y="8963797"/>
            <a:ext cx="79202" cy="7921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8519" y="8963797"/>
            <a:ext cx="79213" cy="79213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0" y="8966210"/>
            <a:ext cx="27940" cy="74930"/>
          </a:xfrm>
          <a:custGeom>
            <a:avLst/>
            <a:gdLst/>
            <a:ahLst/>
            <a:cxnLst/>
            <a:rect l="l" t="t" r="r" b="b"/>
            <a:pathLst>
              <a:path w="27940" h="74929">
                <a:moveTo>
                  <a:pt x="0" y="74389"/>
                </a:moveTo>
                <a:lnTo>
                  <a:pt x="0" y="0"/>
                </a:lnTo>
                <a:lnTo>
                  <a:pt x="3485" y="705"/>
                </a:lnTo>
                <a:lnTo>
                  <a:pt x="16076" y="9202"/>
                </a:lnTo>
                <a:lnTo>
                  <a:pt x="24573" y="21793"/>
                </a:lnTo>
                <a:lnTo>
                  <a:pt x="27691" y="37194"/>
                </a:lnTo>
                <a:lnTo>
                  <a:pt x="24573" y="52596"/>
                </a:lnTo>
                <a:lnTo>
                  <a:pt x="16076" y="65187"/>
                </a:lnTo>
                <a:lnTo>
                  <a:pt x="3485" y="73684"/>
                </a:lnTo>
                <a:lnTo>
                  <a:pt x="0" y="74389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5" name="object 9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68790" y="8963797"/>
            <a:ext cx="79202" cy="79213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678748" y="8963797"/>
            <a:ext cx="79213" cy="79213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288706" y="8963797"/>
            <a:ext cx="79213" cy="79213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898675" y="8963797"/>
            <a:ext cx="79202" cy="7921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508633" y="8963797"/>
            <a:ext cx="79213" cy="79213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848863" y="8963797"/>
            <a:ext cx="79213" cy="79213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458821" y="8963797"/>
            <a:ext cx="79213" cy="79213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24522" y="8496268"/>
            <a:ext cx="67348" cy="67348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34495" y="8496268"/>
            <a:ext cx="67333" cy="67344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44451" y="8496268"/>
            <a:ext cx="67348" cy="67348"/>
          </a:xfrm>
          <a:prstGeom prst="rect">
            <a:avLst/>
          </a:prstGeom>
        </p:spPr>
      </p:pic>
      <p:sp>
        <p:nvSpPr>
          <p:cNvPr id="105" name="object 105"/>
          <p:cNvSpPr/>
          <p:nvPr/>
        </p:nvSpPr>
        <p:spPr>
          <a:xfrm>
            <a:off x="0" y="8498429"/>
            <a:ext cx="22225" cy="63500"/>
          </a:xfrm>
          <a:custGeom>
            <a:avLst/>
            <a:gdLst/>
            <a:ahLst/>
            <a:cxnLst/>
            <a:rect l="l" t="t" r="r" b="b"/>
            <a:pathLst>
              <a:path w="22225" h="63500">
                <a:moveTo>
                  <a:pt x="0" y="63025"/>
                </a:moveTo>
                <a:lnTo>
                  <a:pt x="0" y="0"/>
                </a:lnTo>
                <a:lnTo>
                  <a:pt x="5095" y="2110"/>
                </a:lnTo>
                <a:lnTo>
                  <a:pt x="21757" y="27047"/>
                </a:lnTo>
                <a:lnTo>
                  <a:pt x="21757" y="35978"/>
                </a:lnTo>
                <a:lnTo>
                  <a:pt x="0" y="63025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6" name="object 10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074725" y="8496268"/>
            <a:ext cx="67332" cy="67344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84681" y="8496268"/>
            <a:ext cx="67348" cy="67348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294639" y="8496268"/>
            <a:ext cx="67348" cy="67348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904610" y="8496268"/>
            <a:ext cx="67332" cy="67344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14568" y="8496268"/>
            <a:ext cx="67348" cy="67348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1136398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746359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56323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0" y="8038700"/>
            <a:ext cx="10160" cy="35560"/>
          </a:xfrm>
          <a:custGeom>
            <a:avLst/>
            <a:gdLst/>
            <a:ahLst/>
            <a:cxnLst/>
            <a:rect l="l" t="t" r="r" b="b"/>
            <a:pathLst>
              <a:path w="10160" h="35559">
                <a:moveTo>
                  <a:pt x="0" y="35550"/>
                </a:moveTo>
                <a:lnTo>
                  <a:pt x="0" y="0"/>
                </a:lnTo>
                <a:lnTo>
                  <a:pt x="3501" y="2360"/>
                </a:lnTo>
                <a:lnTo>
                  <a:pt x="8173" y="9290"/>
                </a:lnTo>
                <a:lnTo>
                  <a:pt x="9887" y="17776"/>
                </a:lnTo>
                <a:lnTo>
                  <a:pt x="8173" y="26261"/>
                </a:lnTo>
                <a:lnTo>
                  <a:pt x="3501" y="33190"/>
                </a:lnTo>
                <a:lnTo>
                  <a:pt x="0" y="3555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306516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916474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526437" y="8034674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/>
          <p:cNvGrpSpPr/>
          <p:nvPr/>
        </p:nvGrpSpPr>
        <p:grpSpPr>
          <a:xfrm>
            <a:off x="11509100" y="2413438"/>
            <a:ext cx="5869305" cy="3232150"/>
            <a:chOff x="11509100" y="2413438"/>
            <a:chExt cx="5869305" cy="3232150"/>
          </a:xfrm>
        </p:grpSpPr>
        <p:sp>
          <p:nvSpPr>
            <p:cNvPr id="119" name="object 119"/>
            <p:cNvSpPr/>
            <p:nvPr/>
          </p:nvSpPr>
          <p:spPr>
            <a:xfrm>
              <a:off x="16425990" y="2413443"/>
              <a:ext cx="824230" cy="43815"/>
            </a:xfrm>
            <a:custGeom>
              <a:avLst/>
              <a:gdLst/>
              <a:ahLst/>
              <a:cxnLst/>
              <a:rect l="l" t="t" r="r" b="b"/>
              <a:pathLst>
                <a:path w="824230" h="43814">
                  <a:moveTo>
                    <a:pt x="43599" y="21793"/>
                  </a:moveTo>
                  <a:lnTo>
                    <a:pt x="41884" y="13309"/>
                  </a:lnTo>
                  <a:lnTo>
                    <a:pt x="37211" y="6388"/>
                  </a:lnTo>
                  <a:lnTo>
                    <a:pt x="30289" y="1714"/>
                  </a:lnTo>
                  <a:lnTo>
                    <a:pt x="21793" y="0"/>
                  </a:lnTo>
                  <a:lnTo>
                    <a:pt x="13309" y="1714"/>
                  </a:lnTo>
                  <a:lnTo>
                    <a:pt x="6388" y="6388"/>
                  </a:lnTo>
                  <a:lnTo>
                    <a:pt x="1714" y="13309"/>
                  </a:lnTo>
                  <a:lnTo>
                    <a:pt x="0" y="21793"/>
                  </a:lnTo>
                  <a:lnTo>
                    <a:pt x="1714" y="30289"/>
                  </a:lnTo>
                  <a:lnTo>
                    <a:pt x="6388" y="37211"/>
                  </a:lnTo>
                  <a:lnTo>
                    <a:pt x="13309" y="41884"/>
                  </a:lnTo>
                  <a:lnTo>
                    <a:pt x="21793" y="43599"/>
                  </a:lnTo>
                  <a:lnTo>
                    <a:pt x="30289" y="41884"/>
                  </a:lnTo>
                  <a:lnTo>
                    <a:pt x="37211" y="37211"/>
                  </a:lnTo>
                  <a:lnTo>
                    <a:pt x="41884" y="30289"/>
                  </a:lnTo>
                  <a:lnTo>
                    <a:pt x="43599" y="21793"/>
                  </a:lnTo>
                  <a:close/>
                </a:path>
                <a:path w="824230" h="43814">
                  <a:moveTo>
                    <a:pt x="433641" y="21793"/>
                  </a:moveTo>
                  <a:lnTo>
                    <a:pt x="431927" y="13309"/>
                  </a:lnTo>
                  <a:lnTo>
                    <a:pt x="427253" y="6388"/>
                  </a:lnTo>
                  <a:lnTo>
                    <a:pt x="420319" y="1714"/>
                  </a:lnTo>
                  <a:lnTo>
                    <a:pt x="411835" y="0"/>
                  </a:lnTo>
                  <a:lnTo>
                    <a:pt x="403352" y="1714"/>
                  </a:lnTo>
                  <a:lnTo>
                    <a:pt x="396417" y="6388"/>
                  </a:lnTo>
                  <a:lnTo>
                    <a:pt x="391744" y="13309"/>
                  </a:lnTo>
                  <a:lnTo>
                    <a:pt x="390029" y="21793"/>
                  </a:lnTo>
                  <a:lnTo>
                    <a:pt x="391744" y="30289"/>
                  </a:lnTo>
                  <a:lnTo>
                    <a:pt x="396417" y="37211"/>
                  </a:lnTo>
                  <a:lnTo>
                    <a:pt x="403352" y="41884"/>
                  </a:lnTo>
                  <a:lnTo>
                    <a:pt x="411835" y="43599"/>
                  </a:lnTo>
                  <a:lnTo>
                    <a:pt x="420319" y="41884"/>
                  </a:lnTo>
                  <a:lnTo>
                    <a:pt x="427253" y="37211"/>
                  </a:lnTo>
                  <a:lnTo>
                    <a:pt x="431927" y="30289"/>
                  </a:lnTo>
                  <a:lnTo>
                    <a:pt x="433641" y="21793"/>
                  </a:lnTo>
                  <a:close/>
                </a:path>
                <a:path w="824230" h="43814">
                  <a:moveTo>
                    <a:pt x="823671" y="21793"/>
                  </a:moveTo>
                  <a:lnTo>
                    <a:pt x="821956" y="13309"/>
                  </a:lnTo>
                  <a:lnTo>
                    <a:pt x="817295" y="6388"/>
                  </a:lnTo>
                  <a:lnTo>
                    <a:pt x="810361" y="1714"/>
                  </a:lnTo>
                  <a:lnTo>
                    <a:pt x="801878" y="0"/>
                  </a:lnTo>
                  <a:lnTo>
                    <a:pt x="793394" y="1714"/>
                  </a:lnTo>
                  <a:lnTo>
                    <a:pt x="786460" y="6388"/>
                  </a:lnTo>
                  <a:lnTo>
                    <a:pt x="781786" y="13309"/>
                  </a:lnTo>
                  <a:lnTo>
                    <a:pt x="780072" y="21793"/>
                  </a:lnTo>
                  <a:lnTo>
                    <a:pt x="781786" y="30289"/>
                  </a:lnTo>
                  <a:lnTo>
                    <a:pt x="786460" y="37211"/>
                  </a:lnTo>
                  <a:lnTo>
                    <a:pt x="793394" y="41884"/>
                  </a:lnTo>
                  <a:lnTo>
                    <a:pt x="801878" y="43599"/>
                  </a:lnTo>
                  <a:lnTo>
                    <a:pt x="810361" y="41884"/>
                  </a:lnTo>
                  <a:lnTo>
                    <a:pt x="817295" y="37211"/>
                  </a:lnTo>
                  <a:lnTo>
                    <a:pt x="821956" y="30289"/>
                  </a:lnTo>
                  <a:lnTo>
                    <a:pt x="823671" y="21793"/>
                  </a:lnTo>
                  <a:close/>
                </a:path>
              </a:pathLst>
            </a:custGeom>
            <a:solidFill>
              <a:srgbClr val="F4F4F4">
                <a:alpha val="4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558630" y="2468574"/>
              <a:ext cx="5769773" cy="3127528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11547200" y="2457144"/>
              <a:ext cx="5793105" cy="3150870"/>
            </a:xfrm>
            <a:custGeom>
              <a:avLst/>
              <a:gdLst/>
              <a:ahLst/>
              <a:cxnLst/>
              <a:rect l="l" t="t" r="r" b="b"/>
              <a:pathLst>
                <a:path w="5793105" h="3150870">
                  <a:moveTo>
                    <a:pt x="0" y="0"/>
                  </a:moveTo>
                  <a:lnTo>
                    <a:pt x="0" y="3150244"/>
                  </a:lnTo>
                  <a:lnTo>
                    <a:pt x="5792539" y="3150244"/>
                  </a:lnTo>
                  <a:lnTo>
                    <a:pt x="5792539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/>
          <p:cNvGrpSpPr/>
          <p:nvPr/>
        </p:nvGrpSpPr>
        <p:grpSpPr>
          <a:xfrm>
            <a:off x="6198039" y="6259578"/>
            <a:ext cx="5892165" cy="3839210"/>
            <a:chOff x="6198039" y="6259578"/>
            <a:chExt cx="5892165" cy="3839210"/>
          </a:xfrm>
        </p:grpSpPr>
        <p:pic>
          <p:nvPicPr>
            <p:cNvPr id="123" name="object 12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247570" y="6309108"/>
              <a:ext cx="5792859" cy="3740025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6236139" y="6297678"/>
              <a:ext cx="5815965" cy="3763010"/>
            </a:xfrm>
            <a:custGeom>
              <a:avLst/>
              <a:gdLst/>
              <a:ahLst/>
              <a:cxnLst/>
              <a:rect l="l" t="t" r="r" b="b"/>
              <a:pathLst>
                <a:path w="5815965" h="3763009">
                  <a:moveTo>
                    <a:pt x="0" y="0"/>
                  </a:moveTo>
                  <a:lnTo>
                    <a:pt x="0" y="3762821"/>
                  </a:lnTo>
                  <a:lnTo>
                    <a:pt x="5815607" y="3762821"/>
                  </a:lnTo>
                  <a:lnTo>
                    <a:pt x="5815607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9093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 txBox="1"/>
          <p:nvPr/>
        </p:nvSpPr>
        <p:spPr>
          <a:xfrm>
            <a:off x="13063008" y="1863486"/>
            <a:ext cx="277304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45">
                <a:solidFill>
                  <a:srgbClr val="FFFFFF"/>
                </a:solidFill>
                <a:latin typeface="Arial Black"/>
                <a:cs typeface="Arial Black"/>
              </a:rPr>
              <a:t>DimAgent</a:t>
            </a:r>
            <a:r>
              <a:rPr dirty="0" sz="2500" spc="-229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Arial Black"/>
                <a:cs typeface="Arial Black"/>
              </a:rPr>
              <a:t>Query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89609" y="2944676"/>
            <a:ext cx="10373360" cy="3194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50">
                <a:solidFill>
                  <a:srgbClr val="FFFFFF"/>
                </a:solidFill>
                <a:latin typeface="Lucida Sans Unicode"/>
                <a:cs typeface="Lucida Sans Unicode"/>
              </a:rPr>
              <a:t>Additional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Lucida Sans Unicode"/>
                <a:cs typeface="Lucida Sans Unicode"/>
              </a:rPr>
              <a:t>dimension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14">
                <a:solidFill>
                  <a:srgbClr val="FFFFFF"/>
                </a:solidFill>
                <a:latin typeface="Lucida Sans Unicode"/>
                <a:cs typeface="Lucida Sans Unicode"/>
              </a:rPr>
              <a:t>tables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05">
                <a:solidFill>
                  <a:srgbClr val="FFFFFF"/>
                </a:solidFill>
                <a:latin typeface="Lucida Sans Unicode"/>
                <a:cs typeface="Lucida Sans Unicode"/>
              </a:rPr>
              <a:t>were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30">
                <a:solidFill>
                  <a:srgbClr val="FFFFFF"/>
                </a:solidFill>
                <a:latin typeface="Lucida Sans Unicode"/>
                <a:cs typeface="Lucida Sans Unicode"/>
              </a:rPr>
              <a:t>prepared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for:</a:t>
            </a:r>
            <a:endParaRPr sz="3400">
              <a:latin typeface="Lucida Sans Unicode"/>
              <a:cs typeface="Lucida Sans Unicode"/>
            </a:endParaRPr>
          </a:p>
          <a:p>
            <a:pPr marL="416559" marR="5348605">
              <a:lnSpc>
                <a:spcPct val="139000"/>
              </a:lnSpc>
              <a:spcBef>
                <a:spcPts val="1285"/>
              </a:spcBef>
            </a:pP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feedback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analysis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Competitor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5">
                <a:solidFill>
                  <a:srgbClr val="FFFFFF"/>
                </a:solidFill>
                <a:latin typeface="Lucida Sans Unicode"/>
                <a:cs typeface="Lucida Sans Unicode"/>
              </a:rPr>
              <a:t>tracking</a:t>
            </a:r>
            <a:endParaRPr sz="2500">
              <a:latin typeface="Lucida Sans Unicode"/>
              <a:cs typeface="Lucida Sans Unicode"/>
            </a:endParaRPr>
          </a:p>
          <a:p>
            <a:pPr marL="416559">
              <a:lnSpc>
                <a:spcPct val="100000"/>
              </a:lnSpc>
              <a:spcBef>
                <a:spcPts val="1305"/>
              </a:spcBef>
            </a:pP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30">
                <a:solidFill>
                  <a:srgbClr val="FFFFFF"/>
                </a:solidFill>
                <a:latin typeface="Lucida Sans Unicode"/>
                <a:cs typeface="Lucida Sans Unicode"/>
              </a:rPr>
              <a:t>agent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endParaRPr sz="2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50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</a:pPr>
            <a:r>
              <a:rPr dirty="0" sz="2500" spc="-85">
                <a:solidFill>
                  <a:srgbClr val="FFFFFF"/>
                </a:solidFill>
                <a:latin typeface="Arial Black"/>
                <a:cs typeface="Arial Black"/>
              </a:rPr>
              <a:t>Feedback</a:t>
            </a:r>
            <a:r>
              <a:rPr dirty="0" sz="2500" spc="-25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Arial Black"/>
                <a:cs typeface="Arial Black"/>
              </a:rPr>
              <a:t>Query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Data</a:t>
            </a:r>
            <a:r>
              <a:rPr dirty="0" spc="-300"/>
              <a:t> </a:t>
            </a:r>
            <a:r>
              <a:rPr dirty="0" spc="110"/>
              <a:t>Modeling</a:t>
            </a:r>
            <a:r>
              <a:rPr dirty="0" spc="-300"/>
              <a:t> </a:t>
            </a:r>
            <a:r>
              <a:rPr dirty="0" spc="335"/>
              <a:t>&amp;</a:t>
            </a:r>
            <a:r>
              <a:rPr dirty="0" spc="-295"/>
              <a:t> </a:t>
            </a:r>
            <a:r>
              <a:rPr dirty="0" spc="95"/>
              <a:t>Relationships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307" y="2132905"/>
            <a:ext cx="15694025" cy="96583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2545080" marR="5080" indent="-2533015">
              <a:lnSpc>
                <a:spcPts val="3529"/>
              </a:lnSpc>
              <a:spcBef>
                <a:spcPts val="505"/>
              </a:spcBef>
            </a:pPr>
            <a:r>
              <a:rPr dirty="0" sz="3200" spc="-114">
                <a:solidFill>
                  <a:srgbClr val="FFFFFF"/>
                </a:solidFill>
                <a:latin typeface="Arial Black"/>
                <a:cs typeface="Arial Black"/>
              </a:rPr>
              <a:t>After</a:t>
            </a:r>
            <a:r>
              <a:rPr dirty="0" sz="3200" spc="-3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70">
                <a:solidFill>
                  <a:srgbClr val="FFFFFF"/>
                </a:solidFill>
                <a:latin typeface="Arial Black"/>
                <a:cs typeface="Arial Black"/>
              </a:rPr>
              <a:t>cleaning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40">
                <a:solidFill>
                  <a:srgbClr val="FFFFFF"/>
                </a:solidFill>
                <a:latin typeface="Arial Black"/>
                <a:cs typeface="Arial Black"/>
              </a:rPr>
              <a:t>transforming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9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3200" spc="-3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90">
                <a:solidFill>
                  <a:srgbClr val="FFFFFF"/>
                </a:solidFill>
                <a:latin typeface="Arial Black"/>
                <a:cs typeface="Arial Black"/>
              </a:rPr>
              <a:t>datasets,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75">
                <a:solidFill>
                  <a:srgbClr val="FFFFFF"/>
                </a:solidFill>
                <a:latin typeface="Arial Black"/>
                <a:cs typeface="Arial Black"/>
              </a:rPr>
              <a:t>relational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r>
              <a:rPr dirty="0" sz="3200" spc="-3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35">
                <a:solidFill>
                  <a:srgbClr val="FFFFFF"/>
                </a:solidFill>
                <a:latin typeface="Arial Black"/>
                <a:cs typeface="Arial Black"/>
              </a:rPr>
              <a:t>model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Arial Black"/>
                <a:cs typeface="Arial Black"/>
              </a:rPr>
              <a:t>was </a:t>
            </a:r>
            <a:r>
              <a:rPr dirty="0" sz="3200" spc="-90">
                <a:solidFill>
                  <a:srgbClr val="FFFFFF"/>
                </a:solidFill>
                <a:latin typeface="Arial Black"/>
                <a:cs typeface="Arial Black"/>
              </a:rPr>
              <a:t>created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6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75">
                <a:solidFill>
                  <a:srgbClr val="FFFFFF"/>
                </a:solidFill>
                <a:latin typeface="Arial Black"/>
                <a:cs typeface="Arial Black"/>
              </a:rPr>
              <a:t>Power</a:t>
            </a:r>
            <a:r>
              <a:rPr dirty="0" sz="3200" spc="-3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340">
                <a:solidFill>
                  <a:srgbClr val="FFFFFF"/>
                </a:solidFill>
                <a:latin typeface="Arial Black"/>
                <a:cs typeface="Arial Black"/>
              </a:rPr>
              <a:t>BI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50">
                <a:solidFill>
                  <a:srgbClr val="FFFFFF"/>
                </a:solidFill>
                <a:latin typeface="Arial Black"/>
                <a:cs typeface="Arial Black"/>
              </a:rPr>
              <a:t>using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3200" spc="-3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25">
                <a:solidFill>
                  <a:srgbClr val="FFFFFF"/>
                </a:solidFill>
                <a:latin typeface="Arial Black"/>
                <a:cs typeface="Arial Black"/>
              </a:rPr>
              <a:t>Star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85">
                <a:solidFill>
                  <a:srgbClr val="FFFFFF"/>
                </a:solidFill>
                <a:latin typeface="Arial Black"/>
                <a:cs typeface="Arial Black"/>
              </a:rPr>
              <a:t>Schema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Black"/>
                <a:cs typeface="Arial Black"/>
              </a:rPr>
              <a:t>structure.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2853" y="9401016"/>
            <a:ext cx="6625590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125">
                <a:solidFill>
                  <a:srgbClr val="FFFFFF"/>
                </a:solidFill>
                <a:latin typeface="Arial Black"/>
                <a:cs typeface="Arial Black"/>
              </a:rPr>
              <a:t>Star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85">
                <a:solidFill>
                  <a:srgbClr val="FFFFFF"/>
                </a:solidFill>
                <a:latin typeface="Arial Black"/>
                <a:cs typeface="Arial Black"/>
              </a:rPr>
              <a:t>Schema</a:t>
            </a:r>
            <a:r>
              <a:rPr dirty="0" sz="3200" spc="-3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95">
                <a:solidFill>
                  <a:srgbClr val="FFFFFF"/>
                </a:solidFill>
                <a:latin typeface="Arial Black"/>
                <a:cs typeface="Arial Black"/>
              </a:rPr>
              <a:t>Design</a:t>
            </a:r>
            <a:r>
              <a:rPr dirty="0" sz="3200" spc="-3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6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dirty="0" sz="3200" spc="-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75">
                <a:solidFill>
                  <a:srgbClr val="FFFFFF"/>
                </a:solidFill>
                <a:latin typeface="Arial Black"/>
                <a:cs typeface="Arial Black"/>
              </a:rPr>
              <a:t>Power</a:t>
            </a:r>
            <a:r>
              <a:rPr dirty="0" sz="3200" spc="-3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365">
                <a:solidFill>
                  <a:srgbClr val="FFFFFF"/>
                </a:solidFill>
                <a:latin typeface="Arial Black"/>
                <a:cs typeface="Arial Black"/>
              </a:rPr>
              <a:t>BI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957" y="3075055"/>
            <a:ext cx="175570" cy="749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957" y="3604826"/>
            <a:ext cx="175570" cy="74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78957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125330" y="63414"/>
                </a:moveTo>
                <a:lnTo>
                  <a:pt x="23297" y="63414"/>
                </a:ln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628" y="23297"/>
                </a:lnTo>
                <a:lnTo>
                  <a:pt x="148628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14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49779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125330" y="63414"/>
                </a:moveTo>
                <a:lnTo>
                  <a:pt x="23297" y="63414"/>
                </a:ln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628" y="23297"/>
                </a:lnTo>
                <a:lnTo>
                  <a:pt x="148628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14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76673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125330" y="63414"/>
                </a:moveTo>
                <a:lnTo>
                  <a:pt x="23297" y="63414"/>
                </a:ln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628" y="23297"/>
                </a:lnTo>
                <a:lnTo>
                  <a:pt x="148628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14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5099" y="10081830"/>
            <a:ext cx="84488" cy="779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4526" y="10081830"/>
            <a:ext cx="84488" cy="779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3953" y="10081830"/>
            <a:ext cx="84488" cy="779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3380" y="10081830"/>
            <a:ext cx="84533" cy="779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2852" y="10081830"/>
            <a:ext cx="84488" cy="779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098" y="10081830"/>
            <a:ext cx="84488" cy="779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813" y="9505873"/>
            <a:ext cx="77996" cy="846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13" y="9315300"/>
            <a:ext cx="77996" cy="844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813" y="9124726"/>
            <a:ext cx="77996" cy="845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2813" y="8934198"/>
            <a:ext cx="77996" cy="8448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2813" y="8743625"/>
            <a:ext cx="77996" cy="8448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2813" y="8553052"/>
            <a:ext cx="77996" cy="8448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92434" y="10081831"/>
            <a:ext cx="77996" cy="779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6604" y="10081831"/>
            <a:ext cx="78000" cy="779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2813" y="9993915"/>
            <a:ext cx="165911" cy="16591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2813" y="9818085"/>
            <a:ext cx="77996" cy="780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2813" y="9642209"/>
            <a:ext cx="77996" cy="7799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524382" y="244779"/>
            <a:ext cx="84488" cy="7799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714956" y="244779"/>
            <a:ext cx="84488" cy="7799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905529" y="244779"/>
            <a:ext cx="84488" cy="7799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096057" y="244779"/>
            <a:ext cx="84533" cy="7799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286630" y="244779"/>
            <a:ext cx="84488" cy="7799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477384" y="244779"/>
            <a:ext cx="84488" cy="7799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053160" y="814064"/>
            <a:ext cx="77996" cy="8466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053160" y="1004817"/>
            <a:ext cx="77996" cy="8448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8053160" y="1195345"/>
            <a:ext cx="77996" cy="8453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8053160" y="1385919"/>
            <a:ext cx="77996" cy="8448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053160" y="1576492"/>
            <a:ext cx="77996" cy="8448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053160" y="1767065"/>
            <a:ext cx="77996" cy="8448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613540" y="244779"/>
            <a:ext cx="77995" cy="7799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789365" y="244779"/>
            <a:ext cx="78000" cy="7799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965244" y="244779"/>
            <a:ext cx="165911" cy="165911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053160" y="508521"/>
            <a:ext cx="77996" cy="7800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8053160" y="684400"/>
            <a:ext cx="77996" cy="77996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6181980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23297" y="63459"/>
                </a:move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714" y="23297"/>
                </a:lnTo>
                <a:lnTo>
                  <a:pt x="148714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22"/>
                </a:lnTo>
                <a:lnTo>
                  <a:pt x="23297" y="63459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733312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125330" y="63414"/>
                </a:moveTo>
                <a:lnTo>
                  <a:pt x="23297" y="63414"/>
                </a:ln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628" y="23297"/>
                </a:lnTo>
                <a:lnTo>
                  <a:pt x="148628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14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700944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125330" y="63414"/>
                </a:moveTo>
                <a:lnTo>
                  <a:pt x="23297" y="63414"/>
                </a:ln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628" y="23297"/>
                </a:lnTo>
                <a:lnTo>
                  <a:pt x="148628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14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587984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125330" y="63414"/>
                </a:moveTo>
                <a:lnTo>
                  <a:pt x="23297" y="63414"/>
                </a:ln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628" y="23297"/>
                </a:lnTo>
                <a:lnTo>
                  <a:pt x="148628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14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5645660" y="4197636"/>
            <a:ext cx="149225" cy="63500"/>
          </a:xfrm>
          <a:custGeom>
            <a:avLst/>
            <a:gdLst/>
            <a:ahLst/>
            <a:cxnLst/>
            <a:rect l="l" t="t" r="r" b="b"/>
            <a:pathLst>
              <a:path w="149225" h="63500">
                <a:moveTo>
                  <a:pt x="125330" y="63414"/>
                </a:moveTo>
                <a:lnTo>
                  <a:pt x="23297" y="63414"/>
                </a:lnTo>
                <a:lnTo>
                  <a:pt x="15233" y="60073"/>
                </a:lnTo>
                <a:lnTo>
                  <a:pt x="3340" y="48181"/>
                </a:lnTo>
                <a:lnTo>
                  <a:pt x="0" y="40116"/>
                </a:lnTo>
                <a:lnTo>
                  <a:pt x="0" y="23297"/>
                </a:lnTo>
                <a:lnTo>
                  <a:pt x="3340" y="15233"/>
                </a:lnTo>
                <a:lnTo>
                  <a:pt x="15233" y="3340"/>
                </a:lnTo>
                <a:lnTo>
                  <a:pt x="23297" y="0"/>
                </a:lnTo>
                <a:lnTo>
                  <a:pt x="125330" y="0"/>
                </a:lnTo>
                <a:lnTo>
                  <a:pt x="133394" y="3340"/>
                </a:lnTo>
                <a:lnTo>
                  <a:pt x="145287" y="15233"/>
                </a:lnTo>
                <a:lnTo>
                  <a:pt x="148628" y="23297"/>
                </a:lnTo>
                <a:lnTo>
                  <a:pt x="148628" y="40116"/>
                </a:lnTo>
                <a:lnTo>
                  <a:pt x="145287" y="48181"/>
                </a:lnTo>
                <a:lnTo>
                  <a:pt x="133394" y="60073"/>
                </a:lnTo>
                <a:lnTo>
                  <a:pt x="125330" y="63414"/>
                </a:lnTo>
                <a:close/>
              </a:path>
            </a:pathLst>
          </a:custGeom>
          <a:solidFill>
            <a:srgbClr val="C7D1FE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957" y="6774250"/>
            <a:ext cx="175570" cy="7490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957" y="7304022"/>
            <a:ext cx="175570" cy="7490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93681" y="8364155"/>
            <a:ext cx="175570" cy="7490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93681" y="7834383"/>
            <a:ext cx="175570" cy="74909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14628100" y="7993940"/>
            <a:ext cx="680720" cy="862330"/>
            <a:chOff x="14628100" y="7993940"/>
            <a:chExt cx="680720" cy="862330"/>
          </a:xfrm>
        </p:grpSpPr>
        <p:sp>
          <p:nvSpPr>
            <p:cNvPr id="51" name="object 51"/>
            <p:cNvSpPr/>
            <p:nvPr/>
          </p:nvSpPr>
          <p:spPr>
            <a:xfrm>
              <a:off x="14628101" y="7993951"/>
              <a:ext cx="680720" cy="862330"/>
            </a:xfrm>
            <a:custGeom>
              <a:avLst/>
              <a:gdLst/>
              <a:ahLst/>
              <a:cxnLst/>
              <a:rect l="l" t="t" r="r" b="b"/>
              <a:pathLst>
                <a:path w="680719" h="862329">
                  <a:moveTo>
                    <a:pt x="680402" y="222758"/>
                  </a:moveTo>
                  <a:lnTo>
                    <a:pt x="677976" y="217919"/>
                  </a:lnTo>
                  <a:lnTo>
                    <a:pt x="673138" y="213080"/>
                  </a:lnTo>
                  <a:lnTo>
                    <a:pt x="665873" y="205816"/>
                  </a:lnTo>
                  <a:lnTo>
                    <a:pt x="631977" y="171919"/>
                  </a:lnTo>
                  <a:lnTo>
                    <a:pt x="631977" y="254241"/>
                  </a:lnTo>
                  <a:lnTo>
                    <a:pt x="631977" y="813574"/>
                  </a:lnTo>
                  <a:lnTo>
                    <a:pt x="48425" y="813574"/>
                  </a:lnTo>
                  <a:lnTo>
                    <a:pt x="48425" y="48425"/>
                  </a:lnTo>
                  <a:lnTo>
                    <a:pt x="426161" y="48425"/>
                  </a:lnTo>
                  <a:lnTo>
                    <a:pt x="426161" y="230022"/>
                  </a:lnTo>
                  <a:lnTo>
                    <a:pt x="427901" y="239941"/>
                  </a:lnTo>
                  <a:lnTo>
                    <a:pt x="432816" y="247586"/>
                  </a:lnTo>
                  <a:lnTo>
                    <a:pt x="440461" y="252501"/>
                  </a:lnTo>
                  <a:lnTo>
                    <a:pt x="450367" y="254241"/>
                  </a:lnTo>
                  <a:lnTo>
                    <a:pt x="631977" y="254241"/>
                  </a:lnTo>
                  <a:lnTo>
                    <a:pt x="631977" y="171919"/>
                  </a:lnTo>
                  <a:lnTo>
                    <a:pt x="598081" y="138023"/>
                  </a:lnTo>
                  <a:lnTo>
                    <a:pt x="598081" y="205816"/>
                  </a:lnTo>
                  <a:lnTo>
                    <a:pt x="474586" y="205816"/>
                  </a:lnTo>
                  <a:lnTo>
                    <a:pt x="474586" y="82321"/>
                  </a:lnTo>
                  <a:lnTo>
                    <a:pt x="598081" y="205816"/>
                  </a:lnTo>
                  <a:lnTo>
                    <a:pt x="598081" y="138023"/>
                  </a:lnTo>
                  <a:lnTo>
                    <a:pt x="542378" y="82321"/>
                  </a:lnTo>
                  <a:lnTo>
                    <a:pt x="508482" y="48425"/>
                  </a:lnTo>
                  <a:lnTo>
                    <a:pt x="467321" y="7264"/>
                  </a:lnTo>
                  <a:lnTo>
                    <a:pt x="462483" y="2413"/>
                  </a:lnTo>
                  <a:lnTo>
                    <a:pt x="457631" y="0"/>
                  </a:lnTo>
                  <a:lnTo>
                    <a:pt x="24206" y="0"/>
                  </a:lnTo>
                  <a:lnTo>
                    <a:pt x="14300" y="1739"/>
                  </a:lnTo>
                  <a:lnTo>
                    <a:pt x="6654" y="6654"/>
                  </a:lnTo>
                  <a:lnTo>
                    <a:pt x="1739" y="14300"/>
                  </a:lnTo>
                  <a:lnTo>
                    <a:pt x="0" y="24206"/>
                  </a:lnTo>
                  <a:lnTo>
                    <a:pt x="0" y="837793"/>
                  </a:lnTo>
                  <a:lnTo>
                    <a:pt x="1739" y="847712"/>
                  </a:lnTo>
                  <a:lnTo>
                    <a:pt x="6654" y="855345"/>
                  </a:lnTo>
                  <a:lnTo>
                    <a:pt x="14300" y="860272"/>
                  </a:lnTo>
                  <a:lnTo>
                    <a:pt x="24206" y="862012"/>
                  </a:lnTo>
                  <a:lnTo>
                    <a:pt x="656183" y="862012"/>
                  </a:lnTo>
                  <a:lnTo>
                    <a:pt x="665086" y="860272"/>
                  </a:lnTo>
                  <a:lnTo>
                    <a:pt x="672833" y="855345"/>
                  </a:lnTo>
                  <a:lnTo>
                    <a:pt x="678319" y="847712"/>
                  </a:lnTo>
                  <a:lnTo>
                    <a:pt x="680402" y="837793"/>
                  </a:lnTo>
                  <a:lnTo>
                    <a:pt x="680402" y="813574"/>
                  </a:lnTo>
                  <a:lnTo>
                    <a:pt x="680402" y="222758"/>
                  </a:lnTo>
                  <a:close/>
                </a:path>
              </a:pathLst>
            </a:custGeom>
            <a:solidFill>
              <a:srgbClr val="F0E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4751583" y="8299043"/>
              <a:ext cx="397510" cy="370840"/>
            </a:xfrm>
            <a:custGeom>
              <a:avLst/>
              <a:gdLst/>
              <a:ahLst/>
              <a:cxnLst/>
              <a:rect l="l" t="t" r="r" b="b"/>
              <a:pathLst>
                <a:path w="397509" h="370840">
                  <a:moveTo>
                    <a:pt x="208241" y="24206"/>
                  </a:moveTo>
                  <a:lnTo>
                    <a:pt x="206502" y="14300"/>
                  </a:lnTo>
                  <a:lnTo>
                    <a:pt x="201587" y="6654"/>
                  </a:lnTo>
                  <a:lnTo>
                    <a:pt x="193941" y="1739"/>
                  </a:lnTo>
                  <a:lnTo>
                    <a:pt x="184023" y="0"/>
                  </a:lnTo>
                  <a:lnTo>
                    <a:pt x="26631" y="0"/>
                  </a:lnTo>
                  <a:lnTo>
                    <a:pt x="16725" y="1739"/>
                  </a:lnTo>
                  <a:lnTo>
                    <a:pt x="9080" y="6654"/>
                  </a:lnTo>
                  <a:lnTo>
                    <a:pt x="4165" y="14300"/>
                  </a:lnTo>
                  <a:lnTo>
                    <a:pt x="2425" y="24206"/>
                  </a:lnTo>
                  <a:lnTo>
                    <a:pt x="4165" y="34124"/>
                  </a:lnTo>
                  <a:lnTo>
                    <a:pt x="9080" y="41770"/>
                  </a:lnTo>
                  <a:lnTo>
                    <a:pt x="16725" y="46685"/>
                  </a:lnTo>
                  <a:lnTo>
                    <a:pt x="26631" y="48425"/>
                  </a:lnTo>
                  <a:lnTo>
                    <a:pt x="184023" y="48425"/>
                  </a:lnTo>
                  <a:lnTo>
                    <a:pt x="192913" y="46685"/>
                  </a:lnTo>
                  <a:lnTo>
                    <a:pt x="200672" y="41770"/>
                  </a:lnTo>
                  <a:lnTo>
                    <a:pt x="206159" y="34124"/>
                  </a:lnTo>
                  <a:lnTo>
                    <a:pt x="208241" y="24206"/>
                  </a:lnTo>
                  <a:close/>
                </a:path>
                <a:path w="397509" h="370840">
                  <a:moveTo>
                    <a:pt x="397103" y="346252"/>
                  </a:moveTo>
                  <a:lnTo>
                    <a:pt x="395363" y="336346"/>
                  </a:lnTo>
                  <a:lnTo>
                    <a:pt x="390448" y="328701"/>
                  </a:lnTo>
                  <a:lnTo>
                    <a:pt x="382803" y="323786"/>
                  </a:lnTo>
                  <a:lnTo>
                    <a:pt x="372897" y="322046"/>
                  </a:lnTo>
                  <a:lnTo>
                    <a:pt x="24218" y="322046"/>
                  </a:lnTo>
                  <a:lnTo>
                    <a:pt x="14300" y="323786"/>
                  </a:lnTo>
                  <a:lnTo>
                    <a:pt x="6654" y="328701"/>
                  </a:lnTo>
                  <a:lnTo>
                    <a:pt x="1739" y="336346"/>
                  </a:lnTo>
                  <a:lnTo>
                    <a:pt x="0" y="346252"/>
                  </a:lnTo>
                  <a:lnTo>
                    <a:pt x="1739" y="356171"/>
                  </a:lnTo>
                  <a:lnTo>
                    <a:pt x="6654" y="363816"/>
                  </a:lnTo>
                  <a:lnTo>
                    <a:pt x="14300" y="368731"/>
                  </a:lnTo>
                  <a:lnTo>
                    <a:pt x="24218" y="370471"/>
                  </a:lnTo>
                  <a:lnTo>
                    <a:pt x="375323" y="370471"/>
                  </a:lnTo>
                  <a:lnTo>
                    <a:pt x="383832" y="368731"/>
                  </a:lnTo>
                  <a:lnTo>
                    <a:pt x="390753" y="363816"/>
                  </a:lnTo>
                  <a:lnTo>
                    <a:pt x="395401" y="356171"/>
                  </a:lnTo>
                  <a:lnTo>
                    <a:pt x="397103" y="346252"/>
                  </a:lnTo>
                  <a:close/>
                </a:path>
                <a:path w="397509" h="370840">
                  <a:moveTo>
                    <a:pt x="397103" y="184023"/>
                  </a:moveTo>
                  <a:lnTo>
                    <a:pt x="395363" y="174104"/>
                  </a:lnTo>
                  <a:lnTo>
                    <a:pt x="390448" y="166471"/>
                  </a:lnTo>
                  <a:lnTo>
                    <a:pt x="382803" y="161544"/>
                  </a:lnTo>
                  <a:lnTo>
                    <a:pt x="372897" y="159804"/>
                  </a:lnTo>
                  <a:lnTo>
                    <a:pt x="24218" y="159804"/>
                  </a:lnTo>
                  <a:lnTo>
                    <a:pt x="14300" y="161544"/>
                  </a:lnTo>
                  <a:lnTo>
                    <a:pt x="6654" y="166471"/>
                  </a:lnTo>
                  <a:lnTo>
                    <a:pt x="1739" y="174104"/>
                  </a:lnTo>
                  <a:lnTo>
                    <a:pt x="0" y="184023"/>
                  </a:lnTo>
                  <a:lnTo>
                    <a:pt x="1739" y="193941"/>
                  </a:lnTo>
                  <a:lnTo>
                    <a:pt x="6654" y="201574"/>
                  </a:lnTo>
                  <a:lnTo>
                    <a:pt x="14300" y="206502"/>
                  </a:lnTo>
                  <a:lnTo>
                    <a:pt x="24218" y="208241"/>
                  </a:lnTo>
                  <a:lnTo>
                    <a:pt x="375323" y="208241"/>
                  </a:lnTo>
                  <a:lnTo>
                    <a:pt x="383832" y="206502"/>
                  </a:lnTo>
                  <a:lnTo>
                    <a:pt x="390753" y="201574"/>
                  </a:lnTo>
                  <a:lnTo>
                    <a:pt x="395401" y="193941"/>
                  </a:lnTo>
                  <a:lnTo>
                    <a:pt x="397103" y="184023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15691088" y="7993940"/>
            <a:ext cx="680720" cy="862330"/>
            <a:chOff x="15691088" y="7993940"/>
            <a:chExt cx="680720" cy="862330"/>
          </a:xfrm>
        </p:grpSpPr>
        <p:sp>
          <p:nvSpPr>
            <p:cNvPr id="54" name="object 54"/>
            <p:cNvSpPr/>
            <p:nvPr/>
          </p:nvSpPr>
          <p:spPr>
            <a:xfrm>
              <a:off x="15691078" y="7993951"/>
              <a:ext cx="680720" cy="862330"/>
            </a:xfrm>
            <a:custGeom>
              <a:avLst/>
              <a:gdLst/>
              <a:ahLst/>
              <a:cxnLst/>
              <a:rect l="l" t="t" r="r" b="b"/>
              <a:pathLst>
                <a:path w="680719" h="862329">
                  <a:moveTo>
                    <a:pt x="680415" y="222758"/>
                  </a:moveTo>
                  <a:lnTo>
                    <a:pt x="677989" y="217919"/>
                  </a:lnTo>
                  <a:lnTo>
                    <a:pt x="629564" y="169494"/>
                  </a:lnTo>
                  <a:lnTo>
                    <a:pt x="629564" y="254241"/>
                  </a:lnTo>
                  <a:lnTo>
                    <a:pt x="629564" y="813574"/>
                  </a:lnTo>
                  <a:lnTo>
                    <a:pt x="48437" y="813574"/>
                  </a:lnTo>
                  <a:lnTo>
                    <a:pt x="48437" y="48425"/>
                  </a:lnTo>
                  <a:lnTo>
                    <a:pt x="423748" y="48425"/>
                  </a:lnTo>
                  <a:lnTo>
                    <a:pt x="423748" y="230022"/>
                  </a:lnTo>
                  <a:lnTo>
                    <a:pt x="425488" y="239941"/>
                  </a:lnTo>
                  <a:lnTo>
                    <a:pt x="430403" y="247586"/>
                  </a:lnTo>
                  <a:lnTo>
                    <a:pt x="438048" y="252501"/>
                  </a:lnTo>
                  <a:lnTo>
                    <a:pt x="447954" y="254241"/>
                  </a:lnTo>
                  <a:lnTo>
                    <a:pt x="629564" y="254241"/>
                  </a:lnTo>
                  <a:lnTo>
                    <a:pt x="629564" y="169494"/>
                  </a:lnTo>
                  <a:lnTo>
                    <a:pt x="595668" y="135597"/>
                  </a:lnTo>
                  <a:lnTo>
                    <a:pt x="595668" y="205816"/>
                  </a:lnTo>
                  <a:lnTo>
                    <a:pt x="474599" y="205816"/>
                  </a:lnTo>
                  <a:lnTo>
                    <a:pt x="474599" y="84747"/>
                  </a:lnTo>
                  <a:lnTo>
                    <a:pt x="595668" y="205816"/>
                  </a:lnTo>
                  <a:lnTo>
                    <a:pt x="595668" y="135597"/>
                  </a:lnTo>
                  <a:lnTo>
                    <a:pt x="508495" y="48425"/>
                  </a:lnTo>
                  <a:lnTo>
                    <a:pt x="462483" y="2413"/>
                  </a:lnTo>
                  <a:lnTo>
                    <a:pt x="457644" y="0"/>
                  </a:lnTo>
                  <a:lnTo>
                    <a:pt x="24218" y="0"/>
                  </a:lnTo>
                  <a:lnTo>
                    <a:pt x="14300" y="1739"/>
                  </a:lnTo>
                  <a:lnTo>
                    <a:pt x="6667" y="6654"/>
                  </a:lnTo>
                  <a:lnTo>
                    <a:pt x="1739" y="14300"/>
                  </a:lnTo>
                  <a:lnTo>
                    <a:pt x="0" y="24206"/>
                  </a:lnTo>
                  <a:lnTo>
                    <a:pt x="0" y="837793"/>
                  </a:lnTo>
                  <a:lnTo>
                    <a:pt x="1739" y="847712"/>
                  </a:lnTo>
                  <a:lnTo>
                    <a:pt x="6667" y="855345"/>
                  </a:lnTo>
                  <a:lnTo>
                    <a:pt x="14300" y="860272"/>
                  </a:lnTo>
                  <a:lnTo>
                    <a:pt x="24218" y="862012"/>
                  </a:lnTo>
                  <a:lnTo>
                    <a:pt x="653783" y="862012"/>
                  </a:lnTo>
                  <a:lnTo>
                    <a:pt x="663727" y="860272"/>
                  </a:lnTo>
                  <a:lnTo>
                    <a:pt x="671639" y="855345"/>
                  </a:lnTo>
                  <a:lnTo>
                    <a:pt x="677278" y="847712"/>
                  </a:lnTo>
                  <a:lnTo>
                    <a:pt x="680415" y="837793"/>
                  </a:lnTo>
                  <a:lnTo>
                    <a:pt x="680415" y="813574"/>
                  </a:lnTo>
                  <a:lnTo>
                    <a:pt x="680415" y="222758"/>
                  </a:lnTo>
                  <a:close/>
                </a:path>
              </a:pathLst>
            </a:custGeom>
            <a:solidFill>
              <a:srgbClr val="F0E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814573" y="8299043"/>
              <a:ext cx="397510" cy="370840"/>
            </a:xfrm>
            <a:custGeom>
              <a:avLst/>
              <a:gdLst/>
              <a:ahLst/>
              <a:cxnLst/>
              <a:rect l="l" t="t" r="r" b="b"/>
              <a:pathLst>
                <a:path w="397509" h="370840">
                  <a:moveTo>
                    <a:pt x="205816" y="24206"/>
                  </a:moveTo>
                  <a:lnTo>
                    <a:pt x="204076" y="14300"/>
                  </a:lnTo>
                  <a:lnTo>
                    <a:pt x="199161" y="6654"/>
                  </a:lnTo>
                  <a:lnTo>
                    <a:pt x="191516" y="1739"/>
                  </a:lnTo>
                  <a:lnTo>
                    <a:pt x="181610" y="0"/>
                  </a:lnTo>
                  <a:lnTo>
                    <a:pt x="24218" y="0"/>
                  </a:lnTo>
                  <a:lnTo>
                    <a:pt x="14300" y="1739"/>
                  </a:lnTo>
                  <a:lnTo>
                    <a:pt x="6654" y="6654"/>
                  </a:lnTo>
                  <a:lnTo>
                    <a:pt x="1739" y="14300"/>
                  </a:lnTo>
                  <a:lnTo>
                    <a:pt x="0" y="24206"/>
                  </a:lnTo>
                  <a:lnTo>
                    <a:pt x="1739" y="34124"/>
                  </a:lnTo>
                  <a:lnTo>
                    <a:pt x="6654" y="41770"/>
                  </a:lnTo>
                  <a:lnTo>
                    <a:pt x="14300" y="46685"/>
                  </a:lnTo>
                  <a:lnTo>
                    <a:pt x="24218" y="48425"/>
                  </a:lnTo>
                  <a:lnTo>
                    <a:pt x="181610" y="48425"/>
                  </a:lnTo>
                  <a:lnTo>
                    <a:pt x="191516" y="46685"/>
                  </a:lnTo>
                  <a:lnTo>
                    <a:pt x="199161" y="41770"/>
                  </a:lnTo>
                  <a:lnTo>
                    <a:pt x="204076" y="34124"/>
                  </a:lnTo>
                  <a:lnTo>
                    <a:pt x="205816" y="24206"/>
                  </a:lnTo>
                  <a:close/>
                </a:path>
                <a:path w="397509" h="370840">
                  <a:moveTo>
                    <a:pt x="397103" y="346252"/>
                  </a:moveTo>
                  <a:lnTo>
                    <a:pt x="395363" y="336346"/>
                  </a:lnTo>
                  <a:lnTo>
                    <a:pt x="390448" y="328701"/>
                  </a:lnTo>
                  <a:lnTo>
                    <a:pt x="382803" y="323786"/>
                  </a:lnTo>
                  <a:lnTo>
                    <a:pt x="372897" y="322046"/>
                  </a:lnTo>
                  <a:lnTo>
                    <a:pt x="24218" y="322046"/>
                  </a:lnTo>
                  <a:lnTo>
                    <a:pt x="14300" y="323786"/>
                  </a:lnTo>
                  <a:lnTo>
                    <a:pt x="6654" y="328701"/>
                  </a:lnTo>
                  <a:lnTo>
                    <a:pt x="1739" y="336346"/>
                  </a:lnTo>
                  <a:lnTo>
                    <a:pt x="0" y="346252"/>
                  </a:lnTo>
                  <a:lnTo>
                    <a:pt x="1739" y="356171"/>
                  </a:lnTo>
                  <a:lnTo>
                    <a:pt x="6654" y="363816"/>
                  </a:lnTo>
                  <a:lnTo>
                    <a:pt x="14300" y="368731"/>
                  </a:lnTo>
                  <a:lnTo>
                    <a:pt x="24218" y="370471"/>
                  </a:lnTo>
                  <a:lnTo>
                    <a:pt x="372897" y="370471"/>
                  </a:lnTo>
                  <a:lnTo>
                    <a:pt x="382803" y="368731"/>
                  </a:lnTo>
                  <a:lnTo>
                    <a:pt x="390448" y="363816"/>
                  </a:lnTo>
                  <a:lnTo>
                    <a:pt x="395363" y="356171"/>
                  </a:lnTo>
                  <a:lnTo>
                    <a:pt x="397103" y="346252"/>
                  </a:lnTo>
                  <a:close/>
                </a:path>
                <a:path w="397509" h="370840">
                  <a:moveTo>
                    <a:pt x="397103" y="184023"/>
                  </a:moveTo>
                  <a:lnTo>
                    <a:pt x="395363" y="174104"/>
                  </a:lnTo>
                  <a:lnTo>
                    <a:pt x="390448" y="166471"/>
                  </a:lnTo>
                  <a:lnTo>
                    <a:pt x="382803" y="161544"/>
                  </a:lnTo>
                  <a:lnTo>
                    <a:pt x="372897" y="159804"/>
                  </a:lnTo>
                  <a:lnTo>
                    <a:pt x="24218" y="159804"/>
                  </a:lnTo>
                  <a:lnTo>
                    <a:pt x="14300" y="161544"/>
                  </a:lnTo>
                  <a:lnTo>
                    <a:pt x="6654" y="166471"/>
                  </a:lnTo>
                  <a:lnTo>
                    <a:pt x="1739" y="174104"/>
                  </a:lnTo>
                  <a:lnTo>
                    <a:pt x="0" y="184023"/>
                  </a:lnTo>
                  <a:lnTo>
                    <a:pt x="1739" y="193941"/>
                  </a:lnTo>
                  <a:lnTo>
                    <a:pt x="6654" y="201574"/>
                  </a:lnTo>
                  <a:lnTo>
                    <a:pt x="14300" y="206502"/>
                  </a:lnTo>
                  <a:lnTo>
                    <a:pt x="24218" y="208241"/>
                  </a:lnTo>
                  <a:lnTo>
                    <a:pt x="372897" y="208241"/>
                  </a:lnTo>
                  <a:lnTo>
                    <a:pt x="382803" y="206502"/>
                  </a:lnTo>
                  <a:lnTo>
                    <a:pt x="390448" y="201574"/>
                  </a:lnTo>
                  <a:lnTo>
                    <a:pt x="395363" y="193941"/>
                  </a:lnTo>
                  <a:lnTo>
                    <a:pt x="397103" y="184023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/>
          <p:cNvGrpSpPr/>
          <p:nvPr/>
        </p:nvGrpSpPr>
        <p:grpSpPr>
          <a:xfrm>
            <a:off x="16751656" y="7993940"/>
            <a:ext cx="680720" cy="862330"/>
            <a:chOff x="16751656" y="7993940"/>
            <a:chExt cx="680720" cy="862330"/>
          </a:xfrm>
        </p:grpSpPr>
        <p:sp>
          <p:nvSpPr>
            <p:cNvPr id="57" name="object 57"/>
            <p:cNvSpPr/>
            <p:nvPr/>
          </p:nvSpPr>
          <p:spPr>
            <a:xfrm>
              <a:off x="16751657" y="7993951"/>
              <a:ext cx="680720" cy="862330"/>
            </a:xfrm>
            <a:custGeom>
              <a:avLst/>
              <a:gdLst/>
              <a:ahLst/>
              <a:cxnLst/>
              <a:rect l="l" t="t" r="r" b="b"/>
              <a:pathLst>
                <a:path w="680719" h="862329">
                  <a:moveTo>
                    <a:pt x="680402" y="222758"/>
                  </a:moveTo>
                  <a:lnTo>
                    <a:pt x="677976" y="217919"/>
                  </a:lnTo>
                  <a:lnTo>
                    <a:pt x="673138" y="213080"/>
                  </a:lnTo>
                  <a:lnTo>
                    <a:pt x="665873" y="205816"/>
                  </a:lnTo>
                  <a:lnTo>
                    <a:pt x="631977" y="171919"/>
                  </a:lnTo>
                  <a:lnTo>
                    <a:pt x="631977" y="254241"/>
                  </a:lnTo>
                  <a:lnTo>
                    <a:pt x="631977" y="813574"/>
                  </a:lnTo>
                  <a:lnTo>
                    <a:pt x="48425" y="813574"/>
                  </a:lnTo>
                  <a:lnTo>
                    <a:pt x="48425" y="48425"/>
                  </a:lnTo>
                  <a:lnTo>
                    <a:pt x="426161" y="48425"/>
                  </a:lnTo>
                  <a:lnTo>
                    <a:pt x="426161" y="230022"/>
                  </a:lnTo>
                  <a:lnTo>
                    <a:pt x="427901" y="239941"/>
                  </a:lnTo>
                  <a:lnTo>
                    <a:pt x="432816" y="247586"/>
                  </a:lnTo>
                  <a:lnTo>
                    <a:pt x="440461" y="252501"/>
                  </a:lnTo>
                  <a:lnTo>
                    <a:pt x="450367" y="254241"/>
                  </a:lnTo>
                  <a:lnTo>
                    <a:pt x="631977" y="254241"/>
                  </a:lnTo>
                  <a:lnTo>
                    <a:pt x="631977" y="171919"/>
                  </a:lnTo>
                  <a:lnTo>
                    <a:pt x="598081" y="138023"/>
                  </a:lnTo>
                  <a:lnTo>
                    <a:pt x="598081" y="205816"/>
                  </a:lnTo>
                  <a:lnTo>
                    <a:pt x="474586" y="205816"/>
                  </a:lnTo>
                  <a:lnTo>
                    <a:pt x="474586" y="82321"/>
                  </a:lnTo>
                  <a:lnTo>
                    <a:pt x="598081" y="205816"/>
                  </a:lnTo>
                  <a:lnTo>
                    <a:pt x="598081" y="138023"/>
                  </a:lnTo>
                  <a:lnTo>
                    <a:pt x="542378" y="82321"/>
                  </a:lnTo>
                  <a:lnTo>
                    <a:pt x="508482" y="48425"/>
                  </a:lnTo>
                  <a:lnTo>
                    <a:pt x="467321" y="7264"/>
                  </a:lnTo>
                  <a:lnTo>
                    <a:pt x="462483" y="2413"/>
                  </a:lnTo>
                  <a:lnTo>
                    <a:pt x="457631" y="0"/>
                  </a:lnTo>
                  <a:lnTo>
                    <a:pt x="24206" y="0"/>
                  </a:lnTo>
                  <a:lnTo>
                    <a:pt x="14300" y="1739"/>
                  </a:lnTo>
                  <a:lnTo>
                    <a:pt x="6654" y="6654"/>
                  </a:lnTo>
                  <a:lnTo>
                    <a:pt x="1739" y="14300"/>
                  </a:lnTo>
                  <a:lnTo>
                    <a:pt x="0" y="24206"/>
                  </a:lnTo>
                  <a:lnTo>
                    <a:pt x="0" y="837793"/>
                  </a:lnTo>
                  <a:lnTo>
                    <a:pt x="1739" y="847712"/>
                  </a:lnTo>
                  <a:lnTo>
                    <a:pt x="6654" y="855345"/>
                  </a:lnTo>
                  <a:lnTo>
                    <a:pt x="14300" y="860272"/>
                  </a:lnTo>
                  <a:lnTo>
                    <a:pt x="24206" y="862012"/>
                  </a:lnTo>
                  <a:lnTo>
                    <a:pt x="656183" y="862012"/>
                  </a:lnTo>
                  <a:lnTo>
                    <a:pt x="666102" y="860272"/>
                  </a:lnTo>
                  <a:lnTo>
                    <a:pt x="673747" y="855345"/>
                  </a:lnTo>
                  <a:lnTo>
                    <a:pt x="678662" y="847712"/>
                  </a:lnTo>
                  <a:lnTo>
                    <a:pt x="680402" y="837793"/>
                  </a:lnTo>
                  <a:lnTo>
                    <a:pt x="680402" y="813574"/>
                  </a:lnTo>
                  <a:lnTo>
                    <a:pt x="680402" y="222758"/>
                  </a:lnTo>
                  <a:close/>
                </a:path>
              </a:pathLst>
            </a:custGeom>
            <a:solidFill>
              <a:srgbClr val="F0E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877564" y="8299043"/>
              <a:ext cx="397510" cy="370840"/>
            </a:xfrm>
            <a:custGeom>
              <a:avLst/>
              <a:gdLst/>
              <a:ahLst/>
              <a:cxnLst/>
              <a:rect l="l" t="t" r="r" b="b"/>
              <a:pathLst>
                <a:path w="397509" h="370840">
                  <a:moveTo>
                    <a:pt x="205816" y="24206"/>
                  </a:moveTo>
                  <a:lnTo>
                    <a:pt x="204076" y="14300"/>
                  </a:lnTo>
                  <a:lnTo>
                    <a:pt x="199161" y="6654"/>
                  </a:lnTo>
                  <a:lnTo>
                    <a:pt x="191516" y="1739"/>
                  </a:lnTo>
                  <a:lnTo>
                    <a:pt x="181597" y="0"/>
                  </a:lnTo>
                  <a:lnTo>
                    <a:pt x="24206" y="0"/>
                  </a:lnTo>
                  <a:lnTo>
                    <a:pt x="14300" y="1739"/>
                  </a:lnTo>
                  <a:lnTo>
                    <a:pt x="6654" y="6654"/>
                  </a:lnTo>
                  <a:lnTo>
                    <a:pt x="1739" y="14300"/>
                  </a:lnTo>
                  <a:lnTo>
                    <a:pt x="0" y="24206"/>
                  </a:lnTo>
                  <a:lnTo>
                    <a:pt x="1739" y="34124"/>
                  </a:lnTo>
                  <a:lnTo>
                    <a:pt x="6654" y="41770"/>
                  </a:lnTo>
                  <a:lnTo>
                    <a:pt x="14300" y="46685"/>
                  </a:lnTo>
                  <a:lnTo>
                    <a:pt x="24206" y="48425"/>
                  </a:lnTo>
                  <a:lnTo>
                    <a:pt x="181597" y="48425"/>
                  </a:lnTo>
                  <a:lnTo>
                    <a:pt x="191516" y="46685"/>
                  </a:lnTo>
                  <a:lnTo>
                    <a:pt x="199161" y="41770"/>
                  </a:lnTo>
                  <a:lnTo>
                    <a:pt x="204076" y="34124"/>
                  </a:lnTo>
                  <a:lnTo>
                    <a:pt x="205816" y="24206"/>
                  </a:lnTo>
                  <a:close/>
                </a:path>
                <a:path w="397509" h="370840">
                  <a:moveTo>
                    <a:pt x="397103" y="346252"/>
                  </a:moveTo>
                  <a:lnTo>
                    <a:pt x="395363" y="336346"/>
                  </a:lnTo>
                  <a:lnTo>
                    <a:pt x="390448" y="328701"/>
                  </a:lnTo>
                  <a:lnTo>
                    <a:pt x="382803" y="323786"/>
                  </a:lnTo>
                  <a:lnTo>
                    <a:pt x="372897" y="322046"/>
                  </a:lnTo>
                  <a:lnTo>
                    <a:pt x="24206" y="322046"/>
                  </a:lnTo>
                  <a:lnTo>
                    <a:pt x="14300" y="323786"/>
                  </a:lnTo>
                  <a:lnTo>
                    <a:pt x="6654" y="328701"/>
                  </a:lnTo>
                  <a:lnTo>
                    <a:pt x="1739" y="336346"/>
                  </a:lnTo>
                  <a:lnTo>
                    <a:pt x="0" y="346252"/>
                  </a:lnTo>
                  <a:lnTo>
                    <a:pt x="1739" y="356171"/>
                  </a:lnTo>
                  <a:lnTo>
                    <a:pt x="6654" y="363816"/>
                  </a:lnTo>
                  <a:lnTo>
                    <a:pt x="14300" y="368731"/>
                  </a:lnTo>
                  <a:lnTo>
                    <a:pt x="24206" y="370471"/>
                  </a:lnTo>
                  <a:lnTo>
                    <a:pt x="372897" y="370471"/>
                  </a:lnTo>
                  <a:lnTo>
                    <a:pt x="382803" y="368731"/>
                  </a:lnTo>
                  <a:lnTo>
                    <a:pt x="390448" y="363816"/>
                  </a:lnTo>
                  <a:lnTo>
                    <a:pt x="395363" y="356171"/>
                  </a:lnTo>
                  <a:lnTo>
                    <a:pt x="397103" y="346252"/>
                  </a:lnTo>
                  <a:close/>
                </a:path>
                <a:path w="397509" h="370840">
                  <a:moveTo>
                    <a:pt x="397103" y="184023"/>
                  </a:moveTo>
                  <a:lnTo>
                    <a:pt x="395363" y="174104"/>
                  </a:lnTo>
                  <a:lnTo>
                    <a:pt x="390448" y="166471"/>
                  </a:lnTo>
                  <a:lnTo>
                    <a:pt x="382803" y="161544"/>
                  </a:lnTo>
                  <a:lnTo>
                    <a:pt x="372897" y="159804"/>
                  </a:lnTo>
                  <a:lnTo>
                    <a:pt x="24206" y="159804"/>
                  </a:lnTo>
                  <a:lnTo>
                    <a:pt x="14300" y="161544"/>
                  </a:lnTo>
                  <a:lnTo>
                    <a:pt x="6654" y="166471"/>
                  </a:lnTo>
                  <a:lnTo>
                    <a:pt x="1739" y="174104"/>
                  </a:lnTo>
                  <a:lnTo>
                    <a:pt x="0" y="184023"/>
                  </a:lnTo>
                  <a:lnTo>
                    <a:pt x="1739" y="193941"/>
                  </a:lnTo>
                  <a:lnTo>
                    <a:pt x="6654" y="201574"/>
                  </a:lnTo>
                  <a:lnTo>
                    <a:pt x="14300" y="206502"/>
                  </a:lnTo>
                  <a:lnTo>
                    <a:pt x="24206" y="208241"/>
                  </a:lnTo>
                  <a:lnTo>
                    <a:pt x="372897" y="208241"/>
                  </a:lnTo>
                  <a:lnTo>
                    <a:pt x="382803" y="206502"/>
                  </a:lnTo>
                  <a:lnTo>
                    <a:pt x="390448" y="201574"/>
                  </a:lnTo>
                  <a:lnTo>
                    <a:pt x="395363" y="193941"/>
                  </a:lnTo>
                  <a:lnTo>
                    <a:pt x="397103" y="184023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/>
          <p:cNvGrpSpPr/>
          <p:nvPr/>
        </p:nvGrpSpPr>
        <p:grpSpPr>
          <a:xfrm>
            <a:off x="14901718" y="5901863"/>
            <a:ext cx="2254885" cy="1969135"/>
            <a:chOff x="14901718" y="5901863"/>
            <a:chExt cx="2254885" cy="1969135"/>
          </a:xfrm>
        </p:grpSpPr>
        <p:sp>
          <p:nvSpPr>
            <p:cNvPr id="60" name="object 60"/>
            <p:cNvSpPr/>
            <p:nvPr/>
          </p:nvSpPr>
          <p:spPr>
            <a:xfrm>
              <a:off x="14901711" y="6829259"/>
              <a:ext cx="2254885" cy="1041400"/>
            </a:xfrm>
            <a:custGeom>
              <a:avLst/>
              <a:gdLst/>
              <a:ahLst/>
              <a:cxnLst/>
              <a:rect l="l" t="t" r="r" b="b"/>
              <a:pathLst>
                <a:path w="2254884" h="1041400">
                  <a:moveTo>
                    <a:pt x="2254313" y="484276"/>
                  </a:moveTo>
                  <a:lnTo>
                    <a:pt x="2252573" y="474370"/>
                  </a:lnTo>
                  <a:lnTo>
                    <a:pt x="2247646" y="466725"/>
                  </a:lnTo>
                  <a:lnTo>
                    <a:pt x="2240013" y="461810"/>
                  </a:lnTo>
                  <a:lnTo>
                    <a:pt x="2230094" y="460070"/>
                  </a:lnTo>
                  <a:lnTo>
                    <a:pt x="1152575" y="460070"/>
                  </a:lnTo>
                  <a:lnTo>
                    <a:pt x="1152575" y="24218"/>
                  </a:lnTo>
                  <a:lnTo>
                    <a:pt x="1150835" y="14300"/>
                  </a:lnTo>
                  <a:lnTo>
                    <a:pt x="1145921" y="6654"/>
                  </a:lnTo>
                  <a:lnTo>
                    <a:pt x="1138275" y="1739"/>
                  </a:lnTo>
                  <a:lnTo>
                    <a:pt x="1128369" y="0"/>
                  </a:lnTo>
                  <a:lnTo>
                    <a:pt x="1118450" y="1739"/>
                  </a:lnTo>
                  <a:lnTo>
                    <a:pt x="1110805" y="6654"/>
                  </a:lnTo>
                  <a:lnTo>
                    <a:pt x="1105890" y="14300"/>
                  </a:lnTo>
                  <a:lnTo>
                    <a:pt x="1104150" y="24218"/>
                  </a:lnTo>
                  <a:lnTo>
                    <a:pt x="1104150" y="460070"/>
                  </a:lnTo>
                  <a:lnTo>
                    <a:pt x="24218" y="460070"/>
                  </a:lnTo>
                  <a:lnTo>
                    <a:pt x="14300" y="461810"/>
                  </a:lnTo>
                  <a:lnTo>
                    <a:pt x="6654" y="466725"/>
                  </a:lnTo>
                  <a:lnTo>
                    <a:pt x="1739" y="474370"/>
                  </a:lnTo>
                  <a:lnTo>
                    <a:pt x="0" y="484276"/>
                  </a:lnTo>
                  <a:lnTo>
                    <a:pt x="0" y="1016977"/>
                  </a:lnTo>
                  <a:lnTo>
                    <a:pt x="1739" y="1026896"/>
                  </a:lnTo>
                  <a:lnTo>
                    <a:pt x="6654" y="1034542"/>
                  </a:lnTo>
                  <a:lnTo>
                    <a:pt x="14300" y="1039456"/>
                  </a:lnTo>
                  <a:lnTo>
                    <a:pt x="24218" y="1041196"/>
                  </a:lnTo>
                  <a:lnTo>
                    <a:pt x="34124" y="1039456"/>
                  </a:lnTo>
                  <a:lnTo>
                    <a:pt x="41770" y="1034542"/>
                  </a:lnTo>
                  <a:lnTo>
                    <a:pt x="46685" y="1026896"/>
                  </a:lnTo>
                  <a:lnTo>
                    <a:pt x="48425" y="1016977"/>
                  </a:lnTo>
                  <a:lnTo>
                    <a:pt x="48425" y="508495"/>
                  </a:lnTo>
                  <a:lnTo>
                    <a:pt x="1104150" y="508495"/>
                  </a:lnTo>
                  <a:lnTo>
                    <a:pt x="1104150" y="1016977"/>
                  </a:lnTo>
                  <a:lnTo>
                    <a:pt x="1105890" y="1026896"/>
                  </a:lnTo>
                  <a:lnTo>
                    <a:pt x="1110805" y="1034542"/>
                  </a:lnTo>
                  <a:lnTo>
                    <a:pt x="1118450" y="1039456"/>
                  </a:lnTo>
                  <a:lnTo>
                    <a:pt x="1128369" y="1041196"/>
                  </a:lnTo>
                  <a:lnTo>
                    <a:pt x="1138275" y="1039114"/>
                  </a:lnTo>
                  <a:lnTo>
                    <a:pt x="1145921" y="1033627"/>
                  </a:lnTo>
                  <a:lnTo>
                    <a:pt x="1150835" y="1025867"/>
                  </a:lnTo>
                  <a:lnTo>
                    <a:pt x="1152575" y="1016977"/>
                  </a:lnTo>
                  <a:lnTo>
                    <a:pt x="1152575" y="508495"/>
                  </a:lnTo>
                  <a:lnTo>
                    <a:pt x="2208301" y="508495"/>
                  </a:lnTo>
                  <a:lnTo>
                    <a:pt x="2208301" y="1016977"/>
                  </a:lnTo>
                  <a:lnTo>
                    <a:pt x="2210041" y="1026896"/>
                  </a:lnTo>
                  <a:lnTo>
                    <a:pt x="2214969" y="1034542"/>
                  </a:lnTo>
                  <a:lnTo>
                    <a:pt x="2222601" y="1039456"/>
                  </a:lnTo>
                  <a:lnTo>
                    <a:pt x="2232520" y="1041196"/>
                  </a:lnTo>
                  <a:lnTo>
                    <a:pt x="2241372" y="1039114"/>
                  </a:lnTo>
                  <a:lnTo>
                    <a:pt x="2248865" y="1033627"/>
                  </a:lnTo>
                  <a:lnTo>
                    <a:pt x="2253627" y="1025867"/>
                  </a:lnTo>
                  <a:lnTo>
                    <a:pt x="2254313" y="1016977"/>
                  </a:lnTo>
                  <a:lnTo>
                    <a:pt x="2254313" y="484276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5531275" y="5901867"/>
              <a:ext cx="998219" cy="978535"/>
            </a:xfrm>
            <a:custGeom>
              <a:avLst/>
              <a:gdLst/>
              <a:ahLst/>
              <a:cxnLst/>
              <a:rect l="l" t="t" r="r" b="b"/>
              <a:pathLst>
                <a:path w="998219" h="978534">
                  <a:moveTo>
                    <a:pt x="997610" y="179184"/>
                  </a:moveTo>
                  <a:lnTo>
                    <a:pt x="992416" y="151244"/>
                  </a:lnTo>
                  <a:lnTo>
                    <a:pt x="977468" y="125552"/>
                  </a:lnTo>
                  <a:lnTo>
                    <a:pt x="953719" y="102158"/>
                  </a:lnTo>
                  <a:lnTo>
                    <a:pt x="949185" y="99136"/>
                  </a:lnTo>
                  <a:lnTo>
                    <a:pt x="949185" y="179184"/>
                  </a:lnTo>
                  <a:lnTo>
                    <a:pt x="949185" y="259092"/>
                  </a:lnTo>
                  <a:lnTo>
                    <a:pt x="949185" y="406793"/>
                  </a:lnTo>
                  <a:lnTo>
                    <a:pt x="949185" y="486702"/>
                  </a:lnTo>
                  <a:lnTo>
                    <a:pt x="949185" y="569023"/>
                  </a:lnTo>
                  <a:lnTo>
                    <a:pt x="949185" y="799058"/>
                  </a:lnTo>
                  <a:lnTo>
                    <a:pt x="944092" y="816254"/>
                  </a:lnTo>
                  <a:lnTo>
                    <a:pt x="904532" y="851865"/>
                  </a:lnTo>
                  <a:lnTo>
                    <a:pt x="828408" y="885317"/>
                  </a:lnTo>
                  <a:lnTo>
                    <a:pt x="777633" y="899833"/>
                  </a:lnTo>
                  <a:lnTo>
                    <a:pt x="718883" y="912101"/>
                  </a:lnTo>
                  <a:lnTo>
                    <a:pt x="652564" y="921562"/>
                  </a:lnTo>
                  <a:lnTo>
                    <a:pt x="579869" y="927595"/>
                  </a:lnTo>
                  <a:lnTo>
                    <a:pt x="581507" y="927595"/>
                  </a:lnTo>
                  <a:lnTo>
                    <a:pt x="498805" y="929817"/>
                  </a:lnTo>
                  <a:lnTo>
                    <a:pt x="418528" y="927595"/>
                  </a:lnTo>
                  <a:lnTo>
                    <a:pt x="345033" y="921334"/>
                  </a:lnTo>
                  <a:lnTo>
                    <a:pt x="278714" y="911644"/>
                  </a:lnTo>
                  <a:lnTo>
                    <a:pt x="219976" y="899134"/>
                  </a:lnTo>
                  <a:lnTo>
                    <a:pt x="169189" y="884415"/>
                  </a:lnTo>
                  <a:lnTo>
                    <a:pt x="126758" y="868095"/>
                  </a:lnTo>
                  <a:lnTo>
                    <a:pt x="68529" y="833120"/>
                  </a:lnTo>
                  <a:lnTo>
                    <a:pt x="48425" y="799058"/>
                  </a:lnTo>
                  <a:lnTo>
                    <a:pt x="48425" y="569023"/>
                  </a:lnTo>
                  <a:lnTo>
                    <a:pt x="80289" y="589648"/>
                  </a:lnTo>
                  <a:lnTo>
                    <a:pt x="118795" y="607923"/>
                  </a:lnTo>
                  <a:lnTo>
                    <a:pt x="163042" y="623824"/>
                  </a:lnTo>
                  <a:lnTo>
                    <a:pt x="212128" y="637336"/>
                  </a:lnTo>
                  <a:lnTo>
                    <a:pt x="265150" y="648423"/>
                  </a:lnTo>
                  <a:lnTo>
                    <a:pt x="321233" y="657098"/>
                  </a:lnTo>
                  <a:lnTo>
                    <a:pt x="379463" y="663308"/>
                  </a:lnTo>
                  <a:lnTo>
                    <a:pt x="438950" y="667054"/>
                  </a:lnTo>
                  <a:lnTo>
                    <a:pt x="498805" y="668299"/>
                  </a:lnTo>
                  <a:lnTo>
                    <a:pt x="558571" y="667054"/>
                  </a:lnTo>
                  <a:lnTo>
                    <a:pt x="617855" y="663308"/>
                  </a:lnTo>
                  <a:lnTo>
                    <a:pt x="675830" y="657098"/>
                  </a:lnTo>
                  <a:lnTo>
                    <a:pt x="731659" y="648423"/>
                  </a:lnTo>
                  <a:lnTo>
                    <a:pt x="784491" y="637336"/>
                  </a:lnTo>
                  <a:lnTo>
                    <a:pt x="833488" y="623824"/>
                  </a:lnTo>
                  <a:lnTo>
                    <a:pt x="844499" y="619874"/>
                  </a:lnTo>
                  <a:lnTo>
                    <a:pt x="877836" y="607923"/>
                  </a:lnTo>
                  <a:lnTo>
                    <a:pt x="916673" y="589648"/>
                  </a:lnTo>
                  <a:lnTo>
                    <a:pt x="949185" y="569023"/>
                  </a:lnTo>
                  <a:lnTo>
                    <a:pt x="949185" y="486702"/>
                  </a:lnTo>
                  <a:lnTo>
                    <a:pt x="944092" y="503897"/>
                  </a:lnTo>
                  <a:lnTo>
                    <a:pt x="929068" y="521690"/>
                  </a:lnTo>
                  <a:lnTo>
                    <a:pt x="870839" y="556780"/>
                  </a:lnTo>
                  <a:lnTo>
                    <a:pt x="828408" y="572960"/>
                  </a:lnTo>
                  <a:lnTo>
                    <a:pt x="777633" y="587463"/>
                  </a:lnTo>
                  <a:lnTo>
                    <a:pt x="718883" y="599732"/>
                  </a:lnTo>
                  <a:lnTo>
                    <a:pt x="652564" y="609206"/>
                  </a:lnTo>
                  <a:lnTo>
                    <a:pt x="579081" y="615302"/>
                  </a:lnTo>
                  <a:lnTo>
                    <a:pt x="498805" y="617461"/>
                  </a:lnTo>
                  <a:lnTo>
                    <a:pt x="418528" y="615302"/>
                  </a:lnTo>
                  <a:lnTo>
                    <a:pt x="345033" y="609206"/>
                  </a:lnTo>
                  <a:lnTo>
                    <a:pt x="278714" y="599732"/>
                  </a:lnTo>
                  <a:lnTo>
                    <a:pt x="219976" y="587463"/>
                  </a:lnTo>
                  <a:lnTo>
                    <a:pt x="169189" y="572960"/>
                  </a:lnTo>
                  <a:lnTo>
                    <a:pt x="126758" y="556780"/>
                  </a:lnTo>
                  <a:lnTo>
                    <a:pt x="68529" y="521690"/>
                  </a:lnTo>
                  <a:lnTo>
                    <a:pt x="48425" y="486702"/>
                  </a:lnTo>
                  <a:lnTo>
                    <a:pt x="48425" y="406793"/>
                  </a:lnTo>
                  <a:lnTo>
                    <a:pt x="48425" y="259092"/>
                  </a:lnTo>
                  <a:lnTo>
                    <a:pt x="85877" y="282740"/>
                  </a:lnTo>
                  <a:lnTo>
                    <a:pt x="131965" y="302983"/>
                  </a:lnTo>
                  <a:lnTo>
                    <a:pt x="185305" y="320040"/>
                  </a:lnTo>
                  <a:lnTo>
                    <a:pt x="244551" y="334149"/>
                  </a:lnTo>
                  <a:lnTo>
                    <a:pt x="292379" y="343179"/>
                  </a:lnTo>
                  <a:lnTo>
                    <a:pt x="342417" y="349999"/>
                  </a:lnTo>
                  <a:lnTo>
                    <a:pt x="393966" y="354723"/>
                  </a:lnTo>
                  <a:lnTo>
                    <a:pt x="446328" y="357479"/>
                  </a:lnTo>
                  <a:lnTo>
                    <a:pt x="498805" y="358368"/>
                  </a:lnTo>
                  <a:lnTo>
                    <a:pt x="551281" y="357479"/>
                  </a:lnTo>
                  <a:lnTo>
                    <a:pt x="603643" y="354723"/>
                  </a:lnTo>
                  <a:lnTo>
                    <a:pt x="655180" y="349999"/>
                  </a:lnTo>
                  <a:lnTo>
                    <a:pt x="705218" y="343179"/>
                  </a:lnTo>
                  <a:lnTo>
                    <a:pt x="753046" y="334149"/>
                  </a:lnTo>
                  <a:lnTo>
                    <a:pt x="812292" y="320040"/>
                  </a:lnTo>
                  <a:lnTo>
                    <a:pt x="865644" y="302983"/>
                  </a:lnTo>
                  <a:lnTo>
                    <a:pt x="911720" y="282740"/>
                  </a:lnTo>
                  <a:lnTo>
                    <a:pt x="949185" y="259092"/>
                  </a:lnTo>
                  <a:lnTo>
                    <a:pt x="949185" y="179184"/>
                  </a:lnTo>
                  <a:lnTo>
                    <a:pt x="944092" y="196380"/>
                  </a:lnTo>
                  <a:lnTo>
                    <a:pt x="929068" y="214172"/>
                  </a:lnTo>
                  <a:lnTo>
                    <a:pt x="870839" y="249275"/>
                  </a:lnTo>
                  <a:lnTo>
                    <a:pt x="828408" y="265442"/>
                  </a:lnTo>
                  <a:lnTo>
                    <a:pt x="777633" y="279958"/>
                  </a:lnTo>
                  <a:lnTo>
                    <a:pt x="718883" y="292227"/>
                  </a:lnTo>
                  <a:lnTo>
                    <a:pt x="652564" y="301688"/>
                  </a:lnTo>
                  <a:lnTo>
                    <a:pt x="579081" y="307784"/>
                  </a:lnTo>
                  <a:lnTo>
                    <a:pt x="498805" y="309943"/>
                  </a:lnTo>
                  <a:lnTo>
                    <a:pt x="418528" y="307784"/>
                  </a:lnTo>
                  <a:lnTo>
                    <a:pt x="345033" y="301688"/>
                  </a:lnTo>
                  <a:lnTo>
                    <a:pt x="278714" y="292227"/>
                  </a:lnTo>
                  <a:lnTo>
                    <a:pt x="219976" y="279958"/>
                  </a:lnTo>
                  <a:lnTo>
                    <a:pt x="169189" y="265442"/>
                  </a:lnTo>
                  <a:lnTo>
                    <a:pt x="126758" y="249275"/>
                  </a:lnTo>
                  <a:lnTo>
                    <a:pt x="68529" y="214172"/>
                  </a:lnTo>
                  <a:lnTo>
                    <a:pt x="48425" y="179184"/>
                  </a:lnTo>
                  <a:lnTo>
                    <a:pt x="53517" y="161988"/>
                  </a:lnTo>
                  <a:lnTo>
                    <a:pt x="93078" y="126377"/>
                  </a:lnTo>
                  <a:lnTo>
                    <a:pt x="169189" y="92925"/>
                  </a:lnTo>
                  <a:lnTo>
                    <a:pt x="219976" y="78422"/>
                  </a:lnTo>
                  <a:lnTo>
                    <a:pt x="278714" y="66141"/>
                  </a:lnTo>
                  <a:lnTo>
                    <a:pt x="345033" y="56680"/>
                  </a:lnTo>
                  <a:lnTo>
                    <a:pt x="418528" y="50584"/>
                  </a:lnTo>
                  <a:lnTo>
                    <a:pt x="498805" y="48425"/>
                  </a:lnTo>
                  <a:lnTo>
                    <a:pt x="579081" y="50584"/>
                  </a:lnTo>
                  <a:lnTo>
                    <a:pt x="652564" y="56680"/>
                  </a:lnTo>
                  <a:lnTo>
                    <a:pt x="718883" y="66141"/>
                  </a:lnTo>
                  <a:lnTo>
                    <a:pt x="777633" y="78422"/>
                  </a:lnTo>
                  <a:lnTo>
                    <a:pt x="828408" y="92925"/>
                  </a:lnTo>
                  <a:lnTo>
                    <a:pt x="870839" y="109105"/>
                  </a:lnTo>
                  <a:lnTo>
                    <a:pt x="929068" y="144195"/>
                  </a:lnTo>
                  <a:lnTo>
                    <a:pt x="949185" y="179184"/>
                  </a:lnTo>
                  <a:lnTo>
                    <a:pt x="949185" y="99136"/>
                  </a:lnTo>
                  <a:lnTo>
                    <a:pt x="883539" y="62344"/>
                  </a:lnTo>
                  <a:lnTo>
                    <a:pt x="845604" y="48425"/>
                  </a:lnTo>
                  <a:lnTo>
                    <a:pt x="789419" y="32092"/>
                  </a:lnTo>
                  <a:lnTo>
                    <a:pt x="735736" y="20624"/>
                  </a:lnTo>
                  <a:lnTo>
                    <a:pt x="678891" y="11658"/>
                  </a:lnTo>
                  <a:lnTo>
                    <a:pt x="619823" y="5207"/>
                  </a:lnTo>
                  <a:lnTo>
                    <a:pt x="559485" y="1308"/>
                  </a:lnTo>
                  <a:lnTo>
                    <a:pt x="498805" y="0"/>
                  </a:lnTo>
                  <a:lnTo>
                    <a:pt x="438124" y="1308"/>
                  </a:lnTo>
                  <a:lnTo>
                    <a:pt x="377774" y="5207"/>
                  </a:lnTo>
                  <a:lnTo>
                    <a:pt x="318706" y="11658"/>
                  </a:lnTo>
                  <a:lnTo>
                    <a:pt x="261861" y="20624"/>
                  </a:lnTo>
                  <a:lnTo>
                    <a:pt x="208178" y="32092"/>
                  </a:lnTo>
                  <a:lnTo>
                    <a:pt x="158597" y="46012"/>
                  </a:lnTo>
                  <a:lnTo>
                    <a:pt x="114058" y="62344"/>
                  </a:lnTo>
                  <a:lnTo>
                    <a:pt x="75514" y="81076"/>
                  </a:lnTo>
                  <a:lnTo>
                    <a:pt x="20129" y="125552"/>
                  </a:lnTo>
                  <a:lnTo>
                    <a:pt x="0" y="179184"/>
                  </a:lnTo>
                  <a:lnTo>
                    <a:pt x="0" y="486702"/>
                  </a:lnTo>
                  <a:lnTo>
                    <a:pt x="0" y="489127"/>
                  </a:lnTo>
                  <a:lnTo>
                    <a:pt x="0" y="799058"/>
                  </a:lnTo>
                  <a:lnTo>
                    <a:pt x="5181" y="826998"/>
                  </a:lnTo>
                  <a:lnTo>
                    <a:pt x="43878" y="876084"/>
                  </a:lnTo>
                  <a:lnTo>
                    <a:pt x="114058" y="915898"/>
                  </a:lnTo>
                  <a:lnTo>
                    <a:pt x="158597" y="932230"/>
                  </a:lnTo>
                  <a:lnTo>
                    <a:pt x="208178" y="946150"/>
                  </a:lnTo>
                  <a:lnTo>
                    <a:pt x="261861" y="957618"/>
                  </a:lnTo>
                  <a:lnTo>
                    <a:pt x="318706" y="966584"/>
                  </a:lnTo>
                  <a:lnTo>
                    <a:pt x="377774" y="973035"/>
                  </a:lnTo>
                  <a:lnTo>
                    <a:pt x="438124" y="976934"/>
                  </a:lnTo>
                  <a:lnTo>
                    <a:pt x="498805" y="978242"/>
                  </a:lnTo>
                  <a:lnTo>
                    <a:pt x="559485" y="976934"/>
                  </a:lnTo>
                  <a:lnTo>
                    <a:pt x="619823" y="973035"/>
                  </a:lnTo>
                  <a:lnTo>
                    <a:pt x="678891" y="966584"/>
                  </a:lnTo>
                  <a:lnTo>
                    <a:pt x="735736" y="957618"/>
                  </a:lnTo>
                  <a:lnTo>
                    <a:pt x="789419" y="946150"/>
                  </a:lnTo>
                  <a:lnTo>
                    <a:pt x="839012" y="932230"/>
                  </a:lnTo>
                  <a:lnTo>
                    <a:pt x="883539" y="915898"/>
                  </a:lnTo>
                  <a:lnTo>
                    <a:pt x="922096" y="897166"/>
                  </a:lnTo>
                  <a:lnTo>
                    <a:pt x="977468" y="852690"/>
                  </a:lnTo>
                  <a:lnTo>
                    <a:pt x="997610" y="799058"/>
                  </a:lnTo>
                  <a:lnTo>
                    <a:pt x="997610" y="489127"/>
                  </a:lnTo>
                  <a:lnTo>
                    <a:pt x="997610" y="486702"/>
                  </a:lnTo>
                  <a:lnTo>
                    <a:pt x="997610" y="179184"/>
                  </a:lnTo>
                  <a:close/>
                </a:path>
              </a:pathLst>
            </a:custGeom>
            <a:solidFill>
              <a:srgbClr val="F0E6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/>
          <p:nvPr/>
        </p:nvSpPr>
        <p:spPr>
          <a:xfrm>
            <a:off x="14937499" y="1816416"/>
            <a:ext cx="1767839" cy="1676400"/>
          </a:xfrm>
          <a:custGeom>
            <a:avLst/>
            <a:gdLst/>
            <a:ahLst/>
            <a:cxnLst/>
            <a:rect l="l" t="t" r="r" b="b"/>
            <a:pathLst>
              <a:path w="1767840" h="1676400">
                <a:moveTo>
                  <a:pt x="1030655" y="883666"/>
                </a:moveTo>
                <a:lnTo>
                  <a:pt x="1023150" y="837285"/>
                </a:lnTo>
                <a:lnTo>
                  <a:pt x="1002639" y="797674"/>
                </a:lnTo>
                <a:lnTo>
                  <a:pt x="970432" y="765124"/>
                </a:lnTo>
                <a:lnTo>
                  <a:pt x="969708" y="764755"/>
                </a:lnTo>
                <a:lnTo>
                  <a:pt x="969708" y="883666"/>
                </a:lnTo>
                <a:lnTo>
                  <a:pt x="962939" y="917105"/>
                </a:lnTo>
                <a:lnTo>
                  <a:pt x="944499" y="944435"/>
                </a:lnTo>
                <a:lnTo>
                  <a:pt x="917168" y="962888"/>
                </a:lnTo>
                <a:lnTo>
                  <a:pt x="883729" y="969657"/>
                </a:lnTo>
                <a:lnTo>
                  <a:pt x="850290" y="962888"/>
                </a:lnTo>
                <a:lnTo>
                  <a:pt x="822947" y="944435"/>
                </a:lnTo>
                <a:lnTo>
                  <a:pt x="804506" y="917105"/>
                </a:lnTo>
                <a:lnTo>
                  <a:pt x="797737" y="883666"/>
                </a:lnTo>
                <a:lnTo>
                  <a:pt x="804506" y="850226"/>
                </a:lnTo>
                <a:lnTo>
                  <a:pt x="822947" y="822883"/>
                </a:lnTo>
                <a:lnTo>
                  <a:pt x="850290" y="804443"/>
                </a:lnTo>
                <a:lnTo>
                  <a:pt x="883729" y="797674"/>
                </a:lnTo>
                <a:lnTo>
                  <a:pt x="917155" y="804443"/>
                </a:lnTo>
                <a:lnTo>
                  <a:pt x="944499" y="822883"/>
                </a:lnTo>
                <a:lnTo>
                  <a:pt x="962939" y="850226"/>
                </a:lnTo>
                <a:lnTo>
                  <a:pt x="969708" y="883666"/>
                </a:lnTo>
                <a:lnTo>
                  <a:pt x="969708" y="764755"/>
                </a:lnTo>
                <a:lnTo>
                  <a:pt x="930109" y="744232"/>
                </a:lnTo>
                <a:lnTo>
                  <a:pt x="883729" y="736727"/>
                </a:lnTo>
                <a:lnTo>
                  <a:pt x="837336" y="744232"/>
                </a:lnTo>
                <a:lnTo>
                  <a:pt x="797013" y="765124"/>
                </a:lnTo>
                <a:lnTo>
                  <a:pt x="765187" y="796950"/>
                </a:lnTo>
                <a:lnTo>
                  <a:pt x="744296" y="837285"/>
                </a:lnTo>
                <a:lnTo>
                  <a:pt x="736790" y="883666"/>
                </a:lnTo>
                <a:lnTo>
                  <a:pt x="744296" y="930046"/>
                </a:lnTo>
                <a:lnTo>
                  <a:pt x="765187" y="970368"/>
                </a:lnTo>
                <a:lnTo>
                  <a:pt x="797013" y="1002195"/>
                </a:lnTo>
                <a:lnTo>
                  <a:pt x="837336" y="1023086"/>
                </a:lnTo>
                <a:lnTo>
                  <a:pt x="883729" y="1030592"/>
                </a:lnTo>
                <a:lnTo>
                  <a:pt x="930109" y="1023086"/>
                </a:lnTo>
                <a:lnTo>
                  <a:pt x="970432" y="1002195"/>
                </a:lnTo>
                <a:lnTo>
                  <a:pt x="1002258" y="970368"/>
                </a:lnTo>
                <a:lnTo>
                  <a:pt x="1002639" y="969657"/>
                </a:lnTo>
                <a:lnTo>
                  <a:pt x="1023150" y="930046"/>
                </a:lnTo>
                <a:lnTo>
                  <a:pt x="1030655" y="883666"/>
                </a:lnTo>
                <a:close/>
              </a:path>
              <a:path w="1767840" h="1676400">
                <a:moveTo>
                  <a:pt x="1767268" y="1371600"/>
                </a:moveTo>
                <a:lnTo>
                  <a:pt x="1759775" y="1320800"/>
                </a:lnTo>
                <a:lnTo>
                  <a:pt x="1738922" y="1282700"/>
                </a:lnTo>
                <a:lnTo>
                  <a:pt x="1707121" y="1257300"/>
                </a:lnTo>
                <a:lnTo>
                  <a:pt x="1706448" y="1256880"/>
                </a:lnTo>
                <a:lnTo>
                  <a:pt x="1706448" y="1371600"/>
                </a:lnTo>
                <a:lnTo>
                  <a:pt x="1699679" y="1409700"/>
                </a:lnTo>
                <a:lnTo>
                  <a:pt x="1681238" y="1435100"/>
                </a:lnTo>
                <a:lnTo>
                  <a:pt x="1653895" y="1447800"/>
                </a:lnTo>
                <a:lnTo>
                  <a:pt x="1620456" y="1460500"/>
                </a:lnTo>
                <a:lnTo>
                  <a:pt x="1587055" y="1447800"/>
                </a:lnTo>
                <a:lnTo>
                  <a:pt x="1559737" y="1435100"/>
                </a:lnTo>
                <a:lnTo>
                  <a:pt x="1541297" y="1409700"/>
                </a:lnTo>
                <a:lnTo>
                  <a:pt x="1534528" y="1371600"/>
                </a:lnTo>
                <a:lnTo>
                  <a:pt x="1541297" y="1333500"/>
                </a:lnTo>
                <a:lnTo>
                  <a:pt x="1559737" y="1308100"/>
                </a:lnTo>
                <a:lnTo>
                  <a:pt x="1587055" y="1295400"/>
                </a:lnTo>
                <a:lnTo>
                  <a:pt x="1620456" y="1282700"/>
                </a:lnTo>
                <a:lnTo>
                  <a:pt x="1653895" y="1295400"/>
                </a:lnTo>
                <a:lnTo>
                  <a:pt x="1681238" y="1308100"/>
                </a:lnTo>
                <a:lnTo>
                  <a:pt x="1699679" y="1333500"/>
                </a:lnTo>
                <a:lnTo>
                  <a:pt x="1706448" y="1371600"/>
                </a:lnTo>
                <a:lnTo>
                  <a:pt x="1706448" y="1256880"/>
                </a:lnTo>
                <a:lnTo>
                  <a:pt x="1666824" y="1231900"/>
                </a:lnTo>
                <a:lnTo>
                  <a:pt x="1620456" y="1219200"/>
                </a:lnTo>
                <a:lnTo>
                  <a:pt x="1596224" y="1219200"/>
                </a:lnTo>
                <a:lnTo>
                  <a:pt x="1573314" y="1231900"/>
                </a:lnTo>
                <a:lnTo>
                  <a:pt x="1552016" y="1244600"/>
                </a:lnTo>
                <a:lnTo>
                  <a:pt x="1532585" y="1257300"/>
                </a:lnTo>
                <a:lnTo>
                  <a:pt x="1248333" y="1066800"/>
                </a:lnTo>
                <a:lnTo>
                  <a:pt x="1172527" y="1016000"/>
                </a:lnTo>
                <a:lnTo>
                  <a:pt x="1186484" y="990600"/>
                </a:lnTo>
                <a:lnTo>
                  <a:pt x="1196975" y="952500"/>
                </a:lnTo>
                <a:lnTo>
                  <a:pt x="1203566" y="914400"/>
                </a:lnTo>
                <a:lnTo>
                  <a:pt x="1205865" y="876300"/>
                </a:lnTo>
                <a:lnTo>
                  <a:pt x="1202245" y="825500"/>
                </a:lnTo>
                <a:lnTo>
                  <a:pt x="1191755" y="787400"/>
                </a:lnTo>
                <a:lnTo>
                  <a:pt x="1174965" y="736600"/>
                </a:lnTo>
                <a:lnTo>
                  <a:pt x="1152436" y="698500"/>
                </a:lnTo>
                <a:lnTo>
                  <a:pt x="1144917" y="688162"/>
                </a:lnTo>
                <a:lnTo>
                  <a:pt x="1144917" y="876300"/>
                </a:lnTo>
                <a:lnTo>
                  <a:pt x="1140701" y="927100"/>
                </a:lnTo>
                <a:lnTo>
                  <a:pt x="1128547" y="965200"/>
                </a:lnTo>
                <a:lnTo>
                  <a:pt x="1109205" y="1003300"/>
                </a:lnTo>
                <a:lnTo>
                  <a:pt x="1083411" y="1041400"/>
                </a:lnTo>
                <a:lnTo>
                  <a:pt x="1051902" y="1079500"/>
                </a:lnTo>
                <a:lnTo>
                  <a:pt x="1015441" y="1104900"/>
                </a:lnTo>
                <a:lnTo>
                  <a:pt x="974763" y="1117600"/>
                </a:lnTo>
                <a:lnTo>
                  <a:pt x="930605" y="1130300"/>
                </a:lnTo>
                <a:lnTo>
                  <a:pt x="883729" y="1143000"/>
                </a:lnTo>
                <a:lnTo>
                  <a:pt x="836841" y="1130300"/>
                </a:lnTo>
                <a:lnTo>
                  <a:pt x="792683" y="1117600"/>
                </a:lnTo>
                <a:lnTo>
                  <a:pt x="752005" y="1104900"/>
                </a:lnTo>
                <a:lnTo>
                  <a:pt x="715543" y="1079500"/>
                </a:lnTo>
                <a:lnTo>
                  <a:pt x="705040" y="1066800"/>
                </a:lnTo>
                <a:lnTo>
                  <a:pt x="684034" y="1041400"/>
                </a:lnTo>
                <a:lnTo>
                  <a:pt x="658241" y="1003300"/>
                </a:lnTo>
                <a:lnTo>
                  <a:pt x="638898" y="965200"/>
                </a:lnTo>
                <a:lnTo>
                  <a:pt x="626745" y="927100"/>
                </a:lnTo>
                <a:lnTo>
                  <a:pt x="622528" y="876300"/>
                </a:lnTo>
                <a:lnTo>
                  <a:pt x="626732" y="825500"/>
                </a:lnTo>
                <a:lnTo>
                  <a:pt x="638886" y="787400"/>
                </a:lnTo>
                <a:lnTo>
                  <a:pt x="658228" y="749300"/>
                </a:lnTo>
                <a:lnTo>
                  <a:pt x="684022" y="711200"/>
                </a:lnTo>
                <a:lnTo>
                  <a:pt x="715518" y="673100"/>
                </a:lnTo>
                <a:lnTo>
                  <a:pt x="751979" y="647700"/>
                </a:lnTo>
                <a:lnTo>
                  <a:pt x="792657" y="635000"/>
                </a:lnTo>
                <a:lnTo>
                  <a:pt x="836828" y="622300"/>
                </a:lnTo>
                <a:lnTo>
                  <a:pt x="930630" y="622300"/>
                </a:lnTo>
                <a:lnTo>
                  <a:pt x="974788" y="635000"/>
                </a:lnTo>
                <a:lnTo>
                  <a:pt x="1015466" y="647700"/>
                </a:lnTo>
                <a:lnTo>
                  <a:pt x="1051928" y="673100"/>
                </a:lnTo>
                <a:lnTo>
                  <a:pt x="1083437" y="711200"/>
                </a:lnTo>
                <a:lnTo>
                  <a:pt x="1109218" y="749300"/>
                </a:lnTo>
                <a:lnTo>
                  <a:pt x="1128560" y="787400"/>
                </a:lnTo>
                <a:lnTo>
                  <a:pt x="1140714" y="825500"/>
                </a:lnTo>
                <a:lnTo>
                  <a:pt x="1144917" y="876300"/>
                </a:lnTo>
                <a:lnTo>
                  <a:pt x="1144917" y="688162"/>
                </a:lnTo>
                <a:lnTo>
                  <a:pt x="1124737" y="660400"/>
                </a:lnTo>
                <a:lnTo>
                  <a:pt x="1092454" y="635000"/>
                </a:lnTo>
                <a:lnTo>
                  <a:pt x="1101102" y="622300"/>
                </a:lnTo>
                <a:lnTo>
                  <a:pt x="1118400" y="596900"/>
                </a:lnTo>
                <a:lnTo>
                  <a:pt x="1334643" y="279400"/>
                </a:lnTo>
                <a:lnTo>
                  <a:pt x="1355178" y="279400"/>
                </a:lnTo>
                <a:lnTo>
                  <a:pt x="1365808" y="292100"/>
                </a:lnTo>
                <a:lnTo>
                  <a:pt x="1376692" y="292100"/>
                </a:lnTo>
                <a:lnTo>
                  <a:pt x="1423073" y="279400"/>
                </a:lnTo>
                <a:lnTo>
                  <a:pt x="1463395" y="254000"/>
                </a:lnTo>
                <a:lnTo>
                  <a:pt x="1495221" y="228600"/>
                </a:lnTo>
                <a:lnTo>
                  <a:pt x="1516113" y="190500"/>
                </a:lnTo>
                <a:lnTo>
                  <a:pt x="1523619" y="139700"/>
                </a:lnTo>
                <a:lnTo>
                  <a:pt x="1516113" y="88900"/>
                </a:lnTo>
                <a:lnTo>
                  <a:pt x="1495221" y="50800"/>
                </a:lnTo>
                <a:lnTo>
                  <a:pt x="1463395" y="25400"/>
                </a:lnTo>
                <a:lnTo>
                  <a:pt x="1462684" y="24955"/>
                </a:lnTo>
                <a:lnTo>
                  <a:pt x="1462684" y="139700"/>
                </a:lnTo>
                <a:lnTo>
                  <a:pt x="1455915" y="177800"/>
                </a:lnTo>
                <a:lnTo>
                  <a:pt x="1437462" y="203200"/>
                </a:lnTo>
                <a:lnTo>
                  <a:pt x="1410131" y="215900"/>
                </a:lnTo>
                <a:lnTo>
                  <a:pt x="1376692" y="228600"/>
                </a:lnTo>
                <a:lnTo>
                  <a:pt x="1343279" y="215900"/>
                </a:lnTo>
                <a:lnTo>
                  <a:pt x="1315961" y="203200"/>
                </a:lnTo>
                <a:lnTo>
                  <a:pt x="1297520" y="177800"/>
                </a:lnTo>
                <a:lnTo>
                  <a:pt x="1290764" y="139700"/>
                </a:lnTo>
                <a:lnTo>
                  <a:pt x="1297520" y="101600"/>
                </a:lnTo>
                <a:lnTo>
                  <a:pt x="1315961" y="76200"/>
                </a:lnTo>
                <a:lnTo>
                  <a:pt x="1343279" y="63500"/>
                </a:lnTo>
                <a:lnTo>
                  <a:pt x="1376692" y="50800"/>
                </a:lnTo>
                <a:lnTo>
                  <a:pt x="1410131" y="63500"/>
                </a:lnTo>
                <a:lnTo>
                  <a:pt x="1437462" y="76200"/>
                </a:lnTo>
                <a:lnTo>
                  <a:pt x="1455915" y="101600"/>
                </a:lnTo>
                <a:lnTo>
                  <a:pt x="1462684" y="139700"/>
                </a:lnTo>
                <a:lnTo>
                  <a:pt x="1462684" y="24955"/>
                </a:lnTo>
                <a:lnTo>
                  <a:pt x="1423073" y="0"/>
                </a:lnTo>
                <a:lnTo>
                  <a:pt x="1330312" y="0"/>
                </a:lnTo>
                <a:lnTo>
                  <a:pt x="1290002" y="25400"/>
                </a:lnTo>
                <a:lnTo>
                  <a:pt x="1258189" y="50800"/>
                </a:lnTo>
                <a:lnTo>
                  <a:pt x="1237310" y="88900"/>
                </a:lnTo>
                <a:lnTo>
                  <a:pt x="1229817" y="139700"/>
                </a:lnTo>
                <a:lnTo>
                  <a:pt x="1233449" y="177800"/>
                </a:lnTo>
                <a:lnTo>
                  <a:pt x="1243761" y="203200"/>
                </a:lnTo>
                <a:lnTo>
                  <a:pt x="1259903" y="228600"/>
                </a:lnTo>
                <a:lnTo>
                  <a:pt x="1281010" y="254000"/>
                </a:lnTo>
                <a:lnTo>
                  <a:pt x="1042720" y="596900"/>
                </a:lnTo>
                <a:lnTo>
                  <a:pt x="1006182" y="584200"/>
                </a:lnTo>
                <a:lnTo>
                  <a:pt x="967371" y="571500"/>
                </a:lnTo>
                <a:lnTo>
                  <a:pt x="926490" y="558800"/>
                </a:lnTo>
                <a:lnTo>
                  <a:pt x="835342" y="558800"/>
                </a:lnTo>
                <a:lnTo>
                  <a:pt x="789254" y="571500"/>
                </a:lnTo>
                <a:lnTo>
                  <a:pt x="745985" y="584200"/>
                </a:lnTo>
                <a:lnTo>
                  <a:pt x="706005" y="609600"/>
                </a:lnTo>
                <a:lnTo>
                  <a:pt x="669759" y="635000"/>
                </a:lnTo>
                <a:lnTo>
                  <a:pt x="542378" y="508000"/>
                </a:lnTo>
                <a:lnTo>
                  <a:pt x="504177" y="469900"/>
                </a:lnTo>
                <a:lnTo>
                  <a:pt x="511136" y="457200"/>
                </a:lnTo>
                <a:lnTo>
                  <a:pt x="518096" y="444500"/>
                </a:lnTo>
                <a:lnTo>
                  <a:pt x="528624" y="419100"/>
                </a:lnTo>
                <a:lnTo>
                  <a:pt x="535305" y="393700"/>
                </a:lnTo>
                <a:lnTo>
                  <a:pt x="537629" y="368300"/>
                </a:lnTo>
                <a:lnTo>
                  <a:pt x="530123" y="330200"/>
                </a:lnTo>
                <a:lnTo>
                  <a:pt x="509231" y="292100"/>
                </a:lnTo>
                <a:lnTo>
                  <a:pt x="477405" y="254000"/>
                </a:lnTo>
                <a:lnTo>
                  <a:pt x="476745" y="253593"/>
                </a:lnTo>
                <a:lnTo>
                  <a:pt x="476745" y="368300"/>
                </a:lnTo>
                <a:lnTo>
                  <a:pt x="469976" y="406400"/>
                </a:lnTo>
                <a:lnTo>
                  <a:pt x="451535" y="431800"/>
                </a:lnTo>
                <a:lnTo>
                  <a:pt x="424192" y="457200"/>
                </a:lnTo>
                <a:lnTo>
                  <a:pt x="357327" y="457200"/>
                </a:lnTo>
                <a:lnTo>
                  <a:pt x="329984" y="431800"/>
                </a:lnTo>
                <a:lnTo>
                  <a:pt x="311543" y="406400"/>
                </a:lnTo>
                <a:lnTo>
                  <a:pt x="304774" y="368300"/>
                </a:lnTo>
                <a:lnTo>
                  <a:pt x="311543" y="342900"/>
                </a:lnTo>
                <a:lnTo>
                  <a:pt x="329984" y="317500"/>
                </a:lnTo>
                <a:lnTo>
                  <a:pt x="357327" y="292100"/>
                </a:lnTo>
                <a:lnTo>
                  <a:pt x="424192" y="292100"/>
                </a:lnTo>
                <a:lnTo>
                  <a:pt x="451535" y="317500"/>
                </a:lnTo>
                <a:lnTo>
                  <a:pt x="469976" y="342900"/>
                </a:lnTo>
                <a:lnTo>
                  <a:pt x="476745" y="368300"/>
                </a:lnTo>
                <a:lnTo>
                  <a:pt x="476745" y="253593"/>
                </a:lnTo>
                <a:lnTo>
                  <a:pt x="437083" y="228600"/>
                </a:lnTo>
                <a:lnTo>
                  <a:pt x="344322" y="228600"/>
                </a:lnTo>
                <a:lnTo>
                  <a:pt x="304012" y="254000"/>
                </a:lnTo>
                <a:lnTo>
                  <a:pt x="272199" y="292100"/>
                </a:lnTo>
                <a:lnTo>
                  <a:pt x="251320" y="330200"/>
                </a:lnTo>
                <a:lnTo>
                  <a:pt x="243827" y="368300"/>
                </a:lnTo>
                <a:lnTo>
                  <a:pt x="251333" y="419100"/>
                </a:lnTo>
                <a:lnTo>
                  <a:pt x="272224" y="457200"/>
                </a:lnTo>
                <a:lnTo>
                  <a:pt x="304050" y="495300"/>
                </a:lnTo>
                <a:lnTo>
                  <a:pt x="344373" y="508000"/>
                </a:lnTo>
                <a:lnTo>
                  <a:pt x="390753" y="520700"/>
                </a:lnTo>
                <a:lnTo>
                  <a:pt x="425183" y="520700"/>
                </a:lnTo>
                <a:lnTo>
                  <a:pt x="441312" y="508000"/>
                </a:lnTo>
                <a:lnTo>
                  <a:pt x="456641" y="508000"/>
                </a:lnTo>
                <a:lnTo>
                  <a:pt x="628319" y="685800"/>
                </a:lnTo>
                <a:lnTo>
                  <a:pt x="600481" y="723900"/>
                </a:lnTo>
                <a:lnTo>
                  <a:pt x="579475" y="774700"/>
                </a:lnTo>
                <a:lnTo>
                  <a:pt x="566204" y="825500"/>
                </a:lnTo>
                <a:lnTo>
                  <a:pt x="561581" y="876300"/>
                </a:lnTo>
                <a:lnTo>
                  <a:pt x="563880" y="914400"/>
                </a:lnTo>
                <a:lnTo>
                  <a:pt x="570484" y="952500"/>
                </a:lnTo>
                <a:lnTo>
                  <a:pt x="580961" y="990600"/>
                </a:lnTo>
                <a:lnTo>
                  <a:pt x="594918" y="1016000"/>
                </a:lnTo>
                <a:lnTo>
                  <a:pt x="254304" y="1231900"/>
                </a:lnTo>
                <a:lnTo>
                  <a:pt x="232981" y="1219669"/>
                </a:lnTo>
                <a:lnTo>
                  <a:pt x="232981" y="1333500"/>
                </a:lnTo>
                <a:lnTo>
                  <a:pt x="226199" y="1371600"/>
                </a:lnTo>
                <a:lnTo>
                  <a:pt x="207746" y="1397000"/>
                </a:lnTo>
                <a:lnTo>
                  <a:pt x="180403" y="1422400"/>
                </a:lnTo>
                <a:lnTo>
                  <a:pt x="113550" y="1422400"/>
                </a:lnTo>
                <a:lnTo>
                  <a:pt x="86220" y="1397000"/>
                </a:lnTo>
                <a:lnTo>
                  <a:pt x="67767" y="1371600"/>
                </a:lnTo>
                <a:lnTo>
                  <a:pt x="60998" y="1333500"/>
                </a:lnTo>
                <a:lnTo>
                  <a:pt x="67767" y="1308100"/>
                </a:lnTo>
                <a:lnTo>
                  <a:pt x="86220" y="1282700"/>
                </a:lnTo>
                <a:lnTo>
                  <a:pt x="113550" y="1257300"/>
                </a:lnTo>
                <a:lnTo>
                  <a:pt x="180428" y="1257300"/>
                </a:lnTo>
                <a:lnTo>
                  <a:pt x="207759" y="1282700"/>
                </a:lnTo>
                <a:lnTo>
                  <a:pt x="226212" y="1308100"/>
                </a:lnTo>
                <a:lnTo>
                  <a:pt x="232981" y="1333500"/>
                </a:lnTo>
                <a:lnTo>
                  <a:pt x="232981" y="1219669"/>
                </a:lnTo>
                <a:lnTo>
                  <a:pt x="232168" y="1219200"/>
                </a:lnTo>
                <a:lnTo>
                  <a:pt x="206463" y="1206500"/>
                </a:lnTo>
                <a:lnTo>
                  <a:pt x="177850" y="1193800"/>
                </a:lnTo>
                <a:lnTo>
                  <a:pt x="100545" y="1193800"/>
                </a:lnTo>
                <a:lnTo>
                  <a:pt x="60223" y="1219200"/>
                </a:lnTo>
                <a:lnTo>
                  <a:pt x="28384" y="1244600"/>
                </a:lnTo>
                <a:lnTo>
                  <a:pt x="7505" y="1295400"/>
                </a:lnTo>
                <a:lnTo>
                  <a:pt x="0" y="1333500"/>
                </a:lnTo>
                <a:lnTo>
                  <a:pt x="7505" y="1384300"/>
                </a:lnTo>
                <a:lnTo>
                  <a:pt x="28384" y="1422400"/>
                </a:lnTo>
                <a:lnTo>
                  <a:pt x="60223" y="1460500"/>
                </a:lnTo>
                <a:lnTo>
                  <a:pt x="100545" y="1473200"/>
                </a:lnTo>
                <a:lnTo>
                  <a:pt x="146926" y="1485900"/>
                </a:lnTo>
                <a:lnTo>
                  <a:pt x="193306" y="1473200"/>
                </a:lnTo>
                <a:lnTo>
                  <a:pt x="233641" y="1460500"/>
                </a:lnTo>
                <a:lnTo>
                  <a:pt x="265468" y="1422400"/>
                </a:lnTo>
                <a:lnTo>
                  <a:pt x="286359" y="1384300"/>
                </a:lnTo>
                <a:lnTo>
                  <a:pt x="293865" y="1333500"/>
                </a:lnTo>
                <a:lnTo>
                  <a:pt x="293255" y="1320800"/>
                </a:lnTo>
                <a:lnTo>
                  <a:pt x="291553" y="1308100"/>
                </a:lnTo>
                <a:lnTo>
                  <a:pt x="288899" y="1308100"/>
                </a:lnTo>
                <a:lnTo>
                  <a:pt x="285445" y="1295400"/>
                </a:lnTo>
                <a:lnTo>
                  <a:pt x="342315" y="1257300"/>
                </a:lnTo>
                <a:lnTo>
                  <a:pt x="380212" y="1231900"/>
                </a:lnTo>
                <a:lnTo>
                  <a:pt x="626605" y="1066800"/>
                </a:lnTo>
                <a:lnTo>
                  <a:pt x="656437" y="1104900"/>
                </a:lnTo>
                <a:lnTo>
                  <a:pt x="690702" y="1130300"/>
                </a:lnTo>
                <a:lnTo>
                  <a:pt x="728941" y="1155700"/>
                </a:lnTo>
                <a:lnTo>
                  <a:pt x="770724" y="1181100"/>
                </a:lnTo>
                <a:lnTo>
                  <a:pt x="815594" y="1193800"/>
                </a:lnTo>
                <a:lnTo>
                  <a:pt x="806081" y="1384300"/>
                </a:lnTo>
                <a:lnTo>
                  <a:pt x="764768" y="1397000"/>
                </a:lnTo>
                <a:lnTo>
                  <a:pt x="729246" y="1422400"/>
                </a:lnTo>
                <a:lnTo>
                  <a:pt x="683348" y="1485900"/>
                </a:lnTo>
                <a:lnTo>
                  <a:pt x="676884" y="1524000"/>
                </a:lnTo>
                <a:lnTo>
                  <a:pt x="684390" y="1574800"/>
                </a:lnTo>
                <a:lnTo>
                  <a:pt x="705281" y="1612900"/>
                </a:lnTo>
                <a:lnTo>
                  <a:pt x="737108" y="1651000"/>
                </a:lnTo>
                <a:lnTo>
                  <a:pt x="777430" y="1663700"/>
                </a:lnTo>
                <a:lnTo>
                  <a:pt x="823823" y="1676400"/>
                </a:lnTo>
                <a:lnTo>
                  <a:pt x="870204" y="1663700"/>
                </a:lnTo>
                <a:lnTo>
                  <a:pt x="910526" y="1651000"/>
                </a:lnTo>
                <a:lnTo>
                  <a:pt x="942352" y="1612900"/>
                </a:lnTo>
                <a:lnTo>
                  <a:pt x="963244" y="1574800"/>
                </a:lnTo>
                <a:lnTo>
                  <a:pt x="970749" y="1524000"/>
                </a:lnTo>
                <a:lnTo>
                  <a:pt x="962952" y="1485900"/>
                </a:lnTo>
                <a:lnTo>
                  <a:pt x="941285" y="1447800"/>
                </a:lnTo>
                <a:lnTo>
                  <a:pt x="909866" y="1411427"/>
                </a:lnTo>
                <a:lnTo>
                  <a:pt x="909866" y="1524000"/>
                </a:lnTo>
                <a:lnTo>
                  <a:pt x="903097" y="1562100"/>
                </a:lnTo>
                <a:lnTo>
                  <a:pt x="884656" y="1587500"/>
                </a:lnTo>
                <a:lnTo>
                  <a:pt x="857313" y="1612900"/>
                </a:lnTo>
                <a:lnTo>
                  <a:pt x="790435" y="1612900"/>
                </a:lnTo>
                <a:lnTo>
                  <a:pt x="763104" y="1587500"/>
                </a:lnTo>
                <a:lnTo>
                  <a:pt x="744651" y="1562100"/>
                </a:lnTo>
                <a:lnTo>
                  <a:pt x="737882" y="1524000"/>
                </a:lnTo>
                <a:lnTo>
                  <a:pt x="744651" y="1498600"/>
                </a:lnTo>
                <a:lnTo>
                  <a:pt x="763104" y="1473200"/>
                </a:lnTo>
                <a:lnTo>
                  <a:pt x="790435" y="1447800"/>
                </a:lnTo>
                <a:lnTo>
                  <a:pt x="857313" y="1447800"/>
                </a:lnTo>
                <a:lnTo>
                  <a:pt x="884656" y="1473200"/>
                </a:lnTo>
                <a:lnTo>
                  <a:pt x="903097" y="1498600"/>
                </a:lnTo>
                <a:lnTo>
                  <a:pt x="909866" y="1524000"/>
                </a:lnTo>
                <a:lnTo>
                  <a:pt x="909866" y="1411427"/>
                </a:lnTo>
                <a:lnTo>
                  <a:pt x="908380" y="1409700"/>
                </a:lnTo>
                <a:lnTo>
                  <a:pt x="866838" y="1384300"/>
                </a:lnTo>
                <a:lnTo>
                  <a:pt x="876287" y="1193800"/>
                </a:lnTo>
                <a:lnTo>
                  <a:pt x="935228" y="1193800"/>
                </a:lnTo>
                <a:lnTo>
                  <a:pt x="984110" y="1181100"/>
                </a:lnTo>
                <a:lnTo>
                  <a:pt x="1029703" y="1168400"/>
                </a:lnTo>
                <a:lnTo>
                  <a:pt x="1071410" y="1143000"/>
                </a:lnTo>
                <a:lnTo>
                  <a:pt x="1108633" y="1104900"/>
                </a:lnTo>
                <a:lnTo>
                  <a:pt x="1140777" y="1066800"/>
                </a:lnTo>
                <a:lnTo>
                  <a:pt x="1492300" y="1295400"/>
                </a:lnTo>
                <a:lnTo>
                  <a:pt x="1484464" y="1320800"/>
                </a:lnTo>
                <a:lnTo>
                  <a:pt x="1478534" y="1333500"/>
                </a:lnTo>
                <a:lnTo>
                  <a:pt x="1474774" y="1346200"/>
                </a:lnTo>
                <a:lnTo>
                  <a:pt x="1480959" y="1422400"/>
                </a:lnTo>
                <a:lnTo>
                  <a:pt x="1501838" y="1460500"/>
                </a:lnTo>
                <a:lnTo>
                  <a:pt x="1533652" y="1485900"/>
                </a:lnTo>
                <a:lnTo>
                  <a:pt x="1573961" y="1511300"/>
                </a:lnTo>
                <a:lnTo>
                  <a:pt x="1666722" y="1511300"/>
                </a:lnTo>
                <a:lnTo>
                  <a:pt x="1707045" y="1485900"/>
                </a:lnTo>
                <a:lnTo>
                  <a:pt x="1738871" y="1460500"/>
                </a:lnTo>
                <a:lnTo>
                  <a:pt x="1759762" y="1422400"/>
                </a:lnTo>
                <a:lnTo>
                  <a:pt x="1767268" y="1371600"/>
                </a:lnTo>
                <a:close/>
              </a:path>
            </a:pathLst>
          </a:custGeom>
          <a:solidFill>
            <a:srgbClr val="F0E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Data</a:t>
            </a:r>
            <a:r>
              <a:rPr dirty="0" spc="-300"/>
              <a:t> </a:t>
            </a:r>
            <a:r>
              <a:rPr dirty="0" spc="110"/>
              <a:t>Modeling</a:t>
            </a:r>
            <a:r>
              <a:rPr dirty="0" spc="-300"/>
              <a:t> </a:t>
            </a:r>
            <a:r>
              <a:rPr dirty="0" spc="335"/>
              <a:t>&amp;</a:t>
            </a:r>
            <a:r>
              <a:rPr dirty="0" spc="-295"/>
              <a:t> </a:t>
            </a:r>
            <a:r>
              <a:rPr dirty="0" spc="95"/>
              <a:t>Relationships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12029102" y="4036309"/>
            <a:ext cx="977265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10">
                <a:solidFill>
                  <a:srgbClr val="FFFFFF"/>
                </a:solidFill>
                <a:latin typeface="Lucida Sans Unicode"/>
                <a:cs typeface="Lucida Sans Unicode"/>
              </a:rPr>
              <a:t>Agents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95"/>
              <a:t> </a:t>
            </a:r>
            <a:r>
              <a:rPr dirty="0" spc="150"/>
              <a:t>model</a:t>
            </a:r>
            <a:r>
              <a:rPr dirty="0" spc="-195"/>
              <a:t> </a:t>
            </a:r>
            <a:r>
              <a:rPr dirty="0" spc="55"/>
              <a:t>included:</a:t>
            </a:r>
          </a:p>
          <a:p>
            <a:pPr marL="416559" marR="4775200">
              <a:lnSpc>
                <a:spcPct val="139000"/>
              </a:lnSpc>
              <a:spcBef>
                <a:spcPts val="710"/>
              </a:spcBef>
            </a:pPr>
            <a:r>
              <a:rPr dirty="0" sz="2500"/>
              <a:t>A</a:t>
            </a:r>
            <a:r>
              <a:rPr dirty="0" sz="2500" spc="-60"/>
              <a:t> </a:t>
            </a:r>
            <a:r>
              <a:rPr dirty="0" sz="2500" spc="80"/>
              <a:t>central</a:t>
            </a:r>
            <a:r>
              <a:rPr dirty="0" sz="2500" spc="-60"/>
              <a:t> </a:t>
            </a:r>
            <a:r>
              <a:rPr dirty="0" sz="2500" spc="110"/>
              <a:t>fact</a:t>
            </a:r>
            <a:r>
              <a:rPr dirty="0" sz="2500" spc="-60"/>
              <a:t> </a:t>
            </a:r>
            <a:r>
              <a:rPr dirty="0" sz="2500"/>
              <a:t>table:</a:t>
            </a:r>
            <a:r>
              <a:rPr dirty="0" sz="2500" spc="-60"/>
              <a:t> </a:t>
            </a:r>
            <a:r>
              <a:rPr dirty="0" sz="2500" spc="105"/>
              <a:t>Sales_details </a:t>
            </a:r>
            <a:r>
              <a:rPr dirty="0" sz="2500"/>
              <a:t>Multiple</a:t>
            </a:r>
            <a:r>
              <a:rPr dirty="0" sz="2500" spc="-125"/>
              <a:t> </a:t>
            </a:r>
            <a:r>
              <a:rPr dirty="0" sz="2500" spc="60"/>
              <a:t>dimension</a:t>
            </a:r>
            <a:r>
              <a:rPr dirty="0" sz="2500" spc="-110"/>
              <a:t> </a:t>
            </a:r>
            <a:r>
              <a:rPr dirty="0" sz="2500" spc="-10"/>
              <a:t>tables:</a:t>
            </a:r>
            <a:endParaRPr sz="2500"/>
          </a:p>
          <a:p>
            <a:pPr marL="353060">
              <a:lnSpc>
                <a:spcPct val="100000"/>
              </a:lnSpc>
              <a:spcBef>
                <a:spcPts val="2140"/>
              </a:spcBef>
              <a:tabLst>
                <a:tab pos="2524125" algn="l"/>
                <a:tab pos="4150995" algn="l"/>
                <a:tab pos="6055995" algn="l"/>
                <a:tab pos="8607425" algn="l"/>
              </a:tabLst>
            </a:pPr>
            <a:r>
              <a:rPr dirty="0" sz="2150" spc="35"/>
              <a:t>Customers</a:t>
            </a:r>
            <a:r>
              <a:rPr dirty="0" sz="2150"/>
              <a:t>	</a:t>
            </a:r>
            <a:r>
              <a:rPr dirty="0" sz="2150" spc="-10"/>
              <a:t>Cities</a:t>
            </a:r>
            <a:r>
              <a:rPr dirty="0" sz="2150"/>
              <a:t>	</a:t>
            </a:r>
            <a:r>
              <a:rPr dirty="0" sz="2150" spc="40"/>
              <a:t>Services</a:t>
            </a:r>
            <a:r>
              <a:rPr dirty="0" sz="2150"/>
              <a:t>	</a:t>
            </a:r>
            <a:r>
              <a:rPr dirty="0" sz="2150" spc="55"/>
              <a:t>Lead</a:t>
            </a:r>
            <a:r>
              <a:rPr dirty="0" sz="2150" spc="-100"/>
              <a:t> </a:t>
            </a:r>
            <a:r>
              <a:rPr dirty="0" sz="2150" spc="40"/>
              <a:t>Sources</a:t>
            </a:r>
            <a:r>
              <a:rPr dirty="0" sz="2150"/>
              <a:t>	Housing</a:t>
            </a:r>
            <a:r>
              <a:rPr dirty="0" sz="2150" spc="-125"/>
              <a:t> </a:t>
            </a:r>
            <a:r>
              <a:rPr dirty="0" sz="2150" spc="-10"/>
              <a:t>Types</a:t>
            </a:r>
            <a:endParaRPr sz="2150"/>
          </a:p>
        </p:txBody>
      </p:sp>
      <p:sp>
        <p:nvSpPr>
          <p:cNvPr id="66" name="object 66"/>
          <p:cNvSpPr txBox="1"/>
          <p:nvPr/>
        </p:nvSpPr>
        <p:spPr>
          <a:xfrm>
            <a:off x="13916139" y="4036309"/>
            <a:ext cx="1299210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75">
                <a:solidFill>
                  <a:srgbClr val="FFFFFF"/>
                </a:solidFill>
                <a:latin typeface="Lucida Sans Unicode"/>
                <a:cs typeface="Lucida Sans Unicode"/>
              </a:rPr>
              <a:t>Calendar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973818" y="4036309"/>
            <a:ext cx="1357630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65">
                <a:solidFill>
                  <a:srgbClr val="FFFFFF"/>
                </a:solidFill>
                <a:latin typeface="Lucida Sans Unicode"/>
                <a:cs typeface="Lucida Sans Unicode"/>
              </a:rPr>
              <a:t>Feedback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6256" y="5653300"/>
            <a:ext cx="13397865" cy="2896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70">
                <a:solidFill>
                  <a:srgbClr val="FFFFFF"/>
                </a:solidFill>
                <a:latin typeface="Lucida Sans Unicode"/>
                <a:cs typeface="Lucida Sans Unicode"/>
              </a:rPr>
              <a:t>Relationships</a:t>
            </a:r>
            <a:r>
              <a:rPr dirty="0" sz="39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30">
                <a:solidFill>
                  <a:srgbClr val="FFFFFF"/>
                </a:solidFill>
                <a:latin typeface="Lucida Sans Unicode"/>
                <a:cs typeface="Lucida Sans Unicode"/>
              </a:rPr>
              <a:t>were</a:t>
            </a:r>
            <a:r>
              <a:rPr dirty="0" sz="39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80">
                <a:solidFill>
                  <a:srgbClr val="FFFFFF"/>
                </a:solidFill>
                <a:latin typeface="Lucida Sans Unicode"/>
                <a:cs typeface="Lucida Sans Unicode"/>
              </a:rPr>
              <a:t>created</a:t>
            </a:r>
            <a:r>
              <a:rPr dirty="0" sz="39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55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r>
              <a:rPr dirty="0" sz="39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35">
                <a:solidFill>
                  <a:srgbClr val="FFFFFF"/>
                </a:solidFill>
                <a:latin typeface="Lucida Sans Unicode"/>
                <a:cs typeface="Lucida Sans Unicode"/>
              </a:rPr>
              <a:t>tables</a:t>
            </a:r>
            <a:r>
              <a:rPr dirty="0" sz="39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9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00">
                <a:solidFill>
                  <a:srgbClr val="FFFFFF"/>
                </a:solidFill>
                <a:latin typeface="Lucida Sans Unicode"/>
                <a:cs typeface="Lucida Sans Unicode"/>
              </a:rPr>
              <a:t>enable:</a:t>
            </a:r>
            <a:endParaRPr sz="3900">
              <a:latin typeface="Lucida Sans Unicode"/>
              <a:cs typeface="Lucida Sans Unicode"/>
            </a:endParaRPr>
          </a:p>
          <a:p>
            <a:pPr marL="416559" marR="10217785">
              <a:lnSpc>
                <a:spcPct val="139000"/>
              </a:lnSpc>
              <a:spcBef>
                <a:spcPts val="1230"/>
              </a:spcBef>
            </a:pP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Accurate</a:t>
            </a:r>
            <a:r>
              <a:rPr dirty="0" sz="25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filtering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Faster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endParaRPr sz="2500">
              <a:latin typeface="Lucida Sans Unicode"/>
              <a:cs typeface="Lucida Sans Unicode"/>
            </a:endParaRPr>
          </a:p>
          <a:p>
            <a:pPr marL="431165" marR="7432040">
              <a:lnSpc>
                <a:spcPct val="139000"/>
              </a:lnSpc>
              <a:spcBef>
                <a:spcPts val="5"/>
              </a:spcBef>
            </a:pPr>
            <a:r>
              <a:rPr dirty="0" sz="2500" spc="50">
                <a:solidFill>
                  <a:srgbClr val="FFFFFF"/>
                </a:solidFill>
                <a:latin typeface="Lucida Sans Unicode"/>
                <a:cs typeface="Lucida Sans Unicode"/>
              </a:rPr>
              <a:t>Better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Lucida Sans Unicode"/>
                <a:cs typeface="Lucida Sans Unicode"/>
              </a:rPr>
              <a:t>dashboard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Lucida Sans Unicode"/>
                <a:cs typeface="Lucida Sans Unicode"/>
              </a:rPr>
              <a:t>performance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Cross-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functional</a:t>
            </a:r>
            <a:r>
              <a:rPr dirty="0" sz="25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25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insights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424" y="7612976"/>
            <a:ext cx="175570" cy="749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8424" y="8142748"/>
            <a:ext cx="175570" cy="749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424" y="8672520"/>
            <a:ext cx="175570" cy="7490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Calendar</a:t>
            </a:r>
            <a:r>
              <a:rPr dirty="0" spc="-310"/>
              <a:t> </a:t>
            </a:r>
            <a:r>
              <a:rPr dirty="0" spc="135"/>
              <a:t>Table</a:t>
            </a:r>
            <a:r>
              <a:rPr dirty="0" spc="-305"/>
              <a:t> </a:t>
            </a:r>
            <a:r>
              <a:rPr dirty="0" spc="335"/>
              <a:t>&amp;</a:t>
            </a:r>
            <a:r>
              <a:rPr dirty="0" spc="-305"/>
              <a:t> </a:t>
            </a:r>
            <a:r>
              <a:rPr dirty="0"/>
              <a:t>DAX</a:t>
            </a:r>
            <a:r>
              <a:rPr dirty="0" spc="-305"/>
              <a:t> </a:t>
            </a:r>
            <a:r>
              <a:rPr dirty="0" spc="75"/>
              <a:t>Functions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60498" y="10507"/>
            <a:ext cx="114821" cy="1148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50541" y="10507"/>
            <a:ext cx="114810" cy="1148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10312" y="10507"/>
            <a:ext cx="114810" cy="1148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00342" y="10507"/>
            <a:ext cx="114821" cy="1148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90384" y="10507"/>
            <a:ext cx="114821" cy="1148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80426" y="10507"/>
            <a:ext cx="114810" cy="1148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70457" y="10507"/>
            <a:ext cx="114821" cy="1148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30228" y="10507"/>
            <a:ext cx="114821" cy="1148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20269" y="10507"/>
            <a:ext cx="114821" cy="11481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81002" y="10507"/>
            <a:ext cx="114810" cy="1148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71033" y="10507"/>
            <a:ext cx="114821" cy="11481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61074" y="10507"/>
            <a:ext cx="114821" cy="1148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051117" y="10507"/>
            <a:ext cx="114810" cy="11481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441147" y="10507"/>
            <a:ext cx="114821" cy="1148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490960" y="10507"/>
            <a:ext cx="114821" cy="11481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66433" y="489905"/>
            <a:ext cx="102952" cy="10295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56476" y="489905"/>
            <a:ext cx="102940" cy="10295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16246" y="489905"/>
            <a:ext cx="102941" cy="10295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06277" y="489905"/>
            <a:ext cx="102952" cy="10295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396318" y="489905"/>
            <a:ext cx="102952" cy="10295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786361" y="489905"/>
            <a:ext cx="102941" cy="10295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176391" y="489905"/>
            <a:ext cx="102952" cy="10295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836162" y="489905"/>
            <a:ext cx="102952" cy="10295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226203" y="489905"/>
            <a:ext cx="102952" cy="10295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276967" y="489905"/>
            <a:ext cx="102952" cy="10295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667009" y="489905"/>
            <a:ext cx="102952" cy="10295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057052" y="489905"/>
            <a:ext cx="102940" cy="10295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447082" y="489905"/>
            <a:ext cx="102952" cy="10295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572367" y="969303"/>
            <a:ext cx="91083" cy="910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962410" y="969303"/>
            <a:ext cx="91071" cy="9108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622181" y="969303"/>
            <a:ext cx="91071" cy="910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012211" y="969303"/>
            <a:ext cx="91083" cy="910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402253" y="969303"/>
            <a:ext cx="91083" cy="910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792295" y="969303"/>
            <a:ext cx="91071" cy="910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182326" y="969303"/>
            <a:ext cx="91083" cy="910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842097" y="969303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232138" y="969303"/>
            <a:ext cx="91083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062986" y="969303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453017" y="969303"/>
            <a:ext cx="91082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578302" y="1448701"/>
            <a:ext cx="79213" cy="7921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968345" y="1448701"/>
            <a:ext cx="79202" cy="792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628115" y="1448701"/>
            <a:ext cx="79202" cy="79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018146" y="1448701"/>
            <a:ext cx="79213" cy="79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408187" y="1448701"/>
            <a:ext cx="79213" cy="7921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798230" y="1448701"/>
            <a:ext cx="79202" cy="792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188260" y="1448701"/>
            <a:ext cx="79213" cy="7921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848031" y="1448701"/>
            <a:ext cx="79213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238072" y="1448701"/>
            <a:ext cx="79213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584238" y="1928097"/>
            <a:ext cx="67348" cy="6734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974279" y="1928099"/>
            <a:ext cx="67333" cy="6734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634050" y="1928099"/>
            <a:ext cx="67332" cy="673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024079" y="1928097"/>
            <a:ext cx="67348" cy="6734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414120" y="1928097"/>
            <a:ext cx="67348" cy="6734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804164" y="1928099"/>
            <a:ext cx="67332" cy="6734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194190" y="1928097"/>
            <a:ext cx="67348" cy="67348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1759610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7" y="1713"/>
                </a:lnTo>
                <a:lnTo>
                  <a:pt x="37216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6" y="37214"/>
                </a:lnTo>
                <a:lnTo>
                  <a:pt x="30287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7986145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7" y="1713"/>
                </a:lnTo>
                <a:lnTo>
                  <a:pt x="37217" y="6384"/>
                </a:lnTo>
                <a:lnTo>
                  <a:pt x="41889" y="13313"/>
                </a:lnTo>
                <a:lnTo>
                  <a:pt x="43602" y="21798"/>
                </a:lnTo>
                <a:lnTo>
                  <a:pt x="41889" y="30284"/>
                </a:lnTo>
                <a:lnTo>
                  <a:pt x="37217" y="37214"/>
                </a:lnTo>
                <a:lnTo>
                  <a:pt x="30287" y="41886"/>
                </a:lnTo>
                <a:lnTo>
                  <a:pt x="21800" y="43600"/>
                </a:lnTo>
                <a:lnTo>
                  <a:pt x="13315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6425992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88" y="1713"/>
                </a:lnTo>
                <a:lnTo>
                  <a:pt x="37216" y="6384"/>
                </a:lnTo>
                <a:lnTo>
                  <a:pt x="41887" y="13313"/>
                </a:lnTo>
                <a:lnTo>
                  <a:pt x="43600" y="21798"/>
                </a:lnTo>
                <a:lnTo>
                  <a:pt x="41887" y="30284"/>
                </a:lnTo>
                <a:lnTo>
                  <a:pt x="37216" y="37214"/>
                </a:lnTo>
                <a:lnTo>
                  <a:pt x="30288" y="41886"/>
                </a:lnTo>
                <a:lnTo>
                  <a:pt x="21802" y="43600"/>
                </a:lnTo>
                <a:lnTo>
                  <a:pt x="13315" y="41886"/>
                </a:lnTo>
                <a:lnTo>
                  <a:pt x="6385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5" y="6384"/>
                </a:lnTo>
                <a:lnTo>
                  <a:pt x="13315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6816027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2" y="0"/>
                </a:moveTo>
                <a:lnTo>
                  <a:pt x="30290" y="1713"/>
                </a:lnTo>
                <a:lnTo>
                  <a:pt x="37220" y="6384"/>
                </a:lnTo>
                <a:lnTo>
                  <a:pt x="41892" y="13313"/>
                </a:lnTo>
                <a:lnTo>
                  <a:pt x="43605" y="21798"/>
                </a:lnTo>
                <a:lnTo>
                  <a:pt x="41892" y="30284"/>
                </a:lnTo>
                <a:lnTo>
                  <a:pt x="37220" y="37214"/>
                </a:lnTo>
                <a:lnTo>
                  <a:pt x="30290" y="41886"/>
                </a:lnTo>
                <a:lnTo>
                  <a:pt x="21802" y="43600"/>
                </a:lnTo>
                <a:lnTo>
                  <a:pt x="13316" y="41886"/>
                </a:lnTo>
                <a:lnTo>
                  <a:pt x="6386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6" y="6384"/>
                </a:lnTo>
                <a:lnTo>
                  <a:pt x="13316" y="1713"/>
                </a:lnTo>
                <a:lnTo>
                  <a:pt x="21802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206070" y="2413438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4">
                <a:moveTo>
                  <a:pt x="21800" y="0"/>
                </a:moveTo>
                <a:lnTo>
                  <a:pt x="30285" y="1713"/>
                </a:lnTo>
                <a:lnTo>
                  <a:pt x="37215" y="6384"/>
                </a:lnTo>
                <a:lnTo>
                  <a:pt x="41886" y="13313"/>
                </a:lnTo>
                <a:lnTo>
                  <a:pt x="43600" y="21798"/>
                </a:lnTo>
                <a:lnTo>
                  <a:pt x="41886" y="30284"/>
                </a:lnTo>
                <a:lnTo>
                  <a:pt x="37215" y="37214"/>
                </a:lnTo>
                <a:lnTo>
                  <a:pt x="30285" y="41886"/>
                </a:lnTo>
                <a:lnTo>
                  <a:pt x="21800" y="43600"/>
                </a:lnTo>
                <a:lnTo>
                  <a:pt x="13314" y="41886"/>
                </a:lnTo>
                <a:lnTo>
                  <a:pt x="6384" y="37214"/>
                </a:lnTo>
                <a:lnTo>
                  <a:pt x="1713" y="30284"/>
                </a:lnTo>
                <a:lnTo>
                  <a:pt x="0" y="21798"/>
                </a:lnTo>
                <a:lnTo>
                  <a:pt x="1713" y="13313"/>
                </a:lnTo>
                <a:lnTo>
                  <a:pt x="6384" y="6384"/>
                </a:lnTo>
                <a:lnTo>
                  <a:pt x="13314" y="1713"/>
                </a:lnTo>
                <a:lnTo>
                  <a:pt x="2180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6" name="object 6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11252" y="10017283"/>
            <a:ext cx="79213" cy="79213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1222" y="10017283"/>
            <a:ext cx="79202" cy="79213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461451" y="10017283"/>
            <a:ext cx="79202" cy="7921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071409" y="10017283"/>
            <a:ext cx="79213" cy="7921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81367" y="10017283"/>
            <a:ext cx="79213" cy="79213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91336" y="10017283"/>
            <a:ext cx="79202" cy="7921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41523" y="10017283"/>
            <a:ext cx="79213" cy="7921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01294" y="10017283"/>
            <a:ext cx="79213" cy="7921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51481" y="10017283"/>
            <a:ext cx="79213" cy="7921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17183" y="9549752"/>
            <a:ext cx="67348" cy="67348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7156" y="9549754"/>
            <a:ext cx="67333" cy="67344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467386" y="9549754"/>
            <a:ext cx="67332" cy="67344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077342" y="9549752"/>
            <a:ext cx="67348" cy="67348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87299" y="9549752"/>
            <a:ext cx="67348" cy="67348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97271" y="9549754"/>
            <a:ext cx="67332" cy="67344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907229" y="9549752"/>
            <a:ext cx="67348" cy="67348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529059" y="9088159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39020" y="9088159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99176" y="9088159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309134" y="9088159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919098" y="9088159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7" name="object 8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185909" y="2725822"/>
            <a:ext cx="3867150" cy="3457574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457741" y="3463571"/>
            <a:ext cx="7600948" cy="485774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448120" y="4100802"/>
            <a:ext cx="7600949" cy="380999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457741" y="5247159"/>
            <a:ext cx="7600948" cy="390524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448120" y="4612547"/>
            <a:ext cx="7658098" cy="485774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457741" y="2719643"/>
            <a:ext cx="7600949" cy="590550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448120" y="5810804"/>
            <a:ext cx="7658100" cy="371474"/>
          </a:xfrm>
          <a:prstGeom prst="rect">
            <a:avLst/>
          </a:prstGeom>
        </p:spPr>
      </p:pic>
      <p:sp>
        <p:nvSpPr>
          <p:cNvPr id="94" name="object 94"/>
          <p:cNvSpPr txBox="1"/>
          <p:nvPr/>
        </p:nvSpPr>
        <p:spPr>
          <a:xfrm>
            <a:off x="377394" y="1948784"/>
            <a:ext cx="765111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60">
                <a:solidFill>
                  <a:srgbClr val="FFFFFF"/>
                </a:solidFill>
                <a:latin typeface="Lucida Sans Unicode"/>
                <a:cs typeface="Lucida Sans Unicode"/>
              </a:rPr>
              <a:t>Calendar</a:t>
            </a:r>
            <a:r>
              <a:rPr dirty="0" sz="34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Lucida Sans Unicode"/>
                <a:cs typeface="Lucida Sans Unicode"/>
              </a:rPr>
              <a:t>Table</a:t>
            </a:r>
            <a:r>
              <a:rPr dirty="0" sz="3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9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3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5">
                <a:solidFill>
                  <a:srgbClr val="FFFFFF"/>
                </a:solidFill>
                <a:latin typeface="Lucida Sans Unicode"/>
                <a:cs typeface="Lucida Sans Unicode"/>
              </a:rPr>
              <a:t>Intelligence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77394" y="6449303"/>
            <a:ext cx="16680815" cy="7493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00" spc="4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4">
                <a:solidFill>
                  <a:srgbClr val="FFFFFF"/>
                </a:solidFill>
                <a:latin typeface="Lucida Sans Unicode"/>
                <a:cs typeface="Lucida Sans Unicode"/>
              </a:rPr>
              <a:t>dedicated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Lucida Sans Unicode"/>
                <a:cs typeface="Lucida Sans Unicode"/>
              </a:rPr>
              <a:t>Calendar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Table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0">
                <a:solidFill>
                  <a:srgbClr val="FFFFFF"/>
                </a:solidFill>
                <a:latin typeface="Lucida Sans Unicode"/>
                <a:cs typeface="Lucida Sans Unicode"/>
              </a:rPr>
              <a:t>was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4">
                <a:solidFill>
                  <a:srgbClr val="FFFFFF"/>
                </a:solidFill>
                <a:latin typeface="Lucida Sans Unicode"/>
                <a:cs typeface="Lucida Sans Unicode"/>
              </a:rPr>
              <a:t>created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2500" spc="4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DAX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functions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Lucida Sans Unicode"/>
                <a:cs typeface="Lucida Sans Unicode"/>
              </a:rPr>
              <a:t>time-</a:t>
            </a:r>
            <a:r>
              <a:rPr dirty="0" sz="2500" spc="140">
                <a:solidFill>
                  <a:srgbClr val="FFFFFF"/>
                </a:solidFill>
                <a:latin typeface="Lucida Sans Unicode"/>
                <a:cs typeface="Lucida Sans Unicode"/>
              </a:rPr>
              <a:t>based</a:t>
            </a:r>
            <a:r>
              <a:rPr dirty="0" sz="25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r>
              <a:rPr dirty="0" sz="2500" spc="4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3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reporting.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00779" y="7376404"/>
            <a:ext cx="215138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0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dirty="0" sz="25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enabled:</a:t>
            </a:r>
            <a:endParaRPr sz="2500">
              <a:latin typeface="Lucida Sans Unicode"/>
              <a:cs typeface="Lucida Sans Unicode"/>
            </a:endParaRPr>
          </a:p>
        </p:txBody>
      </p:sp>
      <p:pic>
        <p:nvPicPr>
          <p:cNvPr id="97" name="object 9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424" y="9212405"/>
            <a:ext cx="175570" cy="74909"/>
          </a:xfrm>
          <a:prstGeom prst="rect">
            <a:avLst/>
          </a:prstGeom>
        </p:spPr>
      </p:pic>
      <p:sp>
        <p:nvSpPr>
          <p:cNvPr id="98" name="object 98"/>
          <p:cNvSpPr txBox="1"/>
          <p:nvPr/>
        </p:nvSpPr>
        <p:spPr>
          <a:xfrm>
            <a:off x="3379640" y="7243385"/>
            <a:ext cx="5286375" cy="2172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9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Monthly</a:t>
            </a:r>
            <a:r>
              <a:rPr dirty="0" sz="25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yearly</a:t>
            </a:r>
            <a:r>
              <a:rPr dirty="0" sz="25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comparisons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Trend</a:t>
            </a:r>
            <a:r>
              <a:rPr dirty="0" sz="25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endParaRPr sz="2500">
              <a:latin typeface="Lucida Sans Unicode"/>
              <a:cs typeface="Lucida Sans Unicode"/>
            </a:endParaRPr>
          </a:p>
          <a:p>
            <a:pPr marL="12700" marR="489584">
              <a:lnSpc>
                <a:spcPct val="141700"/>
              </a:lnSpc>
              <a:spcBef>
                <a:spcPts val="55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2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intelligence</a:t>
            </a:r>
            <a:r>
              <a:rPr dirty="0" sz="2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calculations </a:t>
            </a: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Dynamic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Lucida Sans Unicode"/>
                <a:cs typeface="Lucida Sans Unicode"/>
              </a:rPr>
              <a:t>dashboard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filtering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92" y="1393089"/>
            <a:ext cx="148978" cy="148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7842" y="1399045"/>
            <a:ext cx="137053" cy="137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1267" y="1405014"/>
            <a:ext cx="125141" cy="1251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2780" y="1410970"/>
            <a:ext cx="113203" cy="1132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22356" y="1416939"/>
            <a:ext cx="101291" cy="1012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40019" y="1422895"/>
            <a:ext cx="89366" cy="893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45757" y="1428851"/>
            <a:ext cx="77441" cy="774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9571" y="1434820"/>
            <a:ext cx="65529" cy="6551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421459" y="1440776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802" y="53604"/>
                </a:moveTo>
                <a:lnTo>
                  <a:pt x="16370" y="51497"/>
                </a:lnTo>
                <a:lnTo>
                  <a:pt x="7851" y="45752"/>
                </a:lnTo>
                <a:lnTo>
                  <a:pt x="2106" y="37233"/>
                </a:lnTo>
                <a:lnTo>
                  <a:pt x="0" y="26802"/>
                </a:lnTo>
                <a:lnTo>
                  <a:pt x="2106" y="16370"/>
                </a:lnTo>
                <a:lnTo>
                  <a:pt x="7851" y="7851"/>
                </a:lnTo>
                <a:lnTo>
                  <a:pt x="16370" y="2106"/>
                </a:lnTo>
                <a:lnTo>
                  <a:pt x="26802" y="0"/>
                </a:lnTo>
                <a:lnTo>
                  <a:pt x="37233" y="2106"/>
                </a:lnTo>
                <a:lnTo>
                  <a:pt x="45752" y="7851"/>
                </a:lnTo>
                <a:lnTo>
                  <a:pt x="51497" y="16370"/>
                </a:lnTo>
                <a:lnTo>
                  <a:pt x="53604" y="26802"/>
                </a:lnTo>
                <a:lnTo>
                  <a:pt x="51497" y="37233"/>
                </a:lnTo>
                <a:lnTo>
                  <a:pt x="45752" y="45752"/>
                </a:lnTo>
                <a:lnTo>
                  <a:pt x="37233" y="51497"/>
                </a:lnTo>
                <a:lnTo>
                  <a:pt x="26802" y="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1435" y="144673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09">
                <a:moveTo>
                  <a:pt x="20833" y="41679"/>
                </a:moveTo>
                <a:lnTo>
                  <a:pt x="12721" y="40042"/>
                </a:lnTo>
                <a:lnTo>
                  <a:pt x="6100" y="35579"/>
                </a:lnTo>
                <a:lnTo>
                  <a:pt x="1636" y="28957"/>
                </a:lnTo>
                <a:lnTo>
                  <a:pt x="0" y="20846"/>
                </a:lnTo>
                <a:lnTo>
                  <a:pt x="1636" y="12732"/>
                </a:lnTo>
                <a:lnTo>
                  <a:pt x="6100" y="6106"/>
                </a:lnTo>
                <a:lnTo>
                  <a:pt x="12721" y="1638"/>
                </a:lnTo>
                <a:lnTo>
                  <a:pt x="20833" y="0"/>
                </a:lnTo>
                <a:lnTo>
                  <a:pt x="28946" y="1638"/>
                </a:lnTo>
                <a:lnTo>
                  <a:pt x="35572" y="6106"/>
                </a:lnTo>
                <a:lnTo>
                  <a:pt x="40040" y="12732"/>
                </a:lnTo>
                <a:lnTo>
                  <a:pt x="41679" y="20846"/>
                </a:lnTo>
                <a:lnTo>
                  <a:pt x="40040" y="28957"/>
                </a:lnTo>
                <a:lnTo>
                  <a:pt x="35572" y="35579"/>
                </a:lnTo>
                <a:lnTo>
                  <a:pt x="28946" y="40042"/>
                </a:lnTo>
                <a:lnTo>
                  <a:pt x="20833" y="41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92783" y="2982497"/>
            <a:ext cx="8010524" cy="5810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92783" y="4744906"/>
            <a:ext cx="8782049" cy="4095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28120" y="6291586"/>
            <a:ext cx="8515349" cy="3524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34192" y="7698310"/>
            <a:ext cx="8496299" cy="4571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560378" y="3562536"/>
            <a:ext cx="5280763" cy="3924444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/>
              <a:t>DAX</a:t>
            </a:r>
            <a:r>
              <a:rPr dirty="0" spc="-300"/>
              <a:t> </a:t>
            </a:r>
            <a:r>
              <a:rPr dirty="0" spc="190"/>
              <a:t>Measures</a:t>
            </a:r>
            <a:r>
              <a:rPr dirty="0" spc="-300"/>
              <a:t> </a:t>
            </a:r>
            <a:r>
              <a:rPr dirty="0" spc="335"/>
              <a:t>&amp;</a:t>
            </a:r>
            <a:r>
              <a:rPr dirty="0" spc="-300"/>
              <a:t> </a:t>
            </a:r>
            <a:r>
              <a:rPr dirty="0" spc="125"/>
              <a:t>Business</a:t>
            </a:r>
            <a:r>
              <a:rPr dirty="0" spc="-300"/>
              <a:t> </a:t>
            </a:r>
            <a:r>
              <a:rPr dirty="0" spc="175"/>
              <a:t>Calculations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17298" y="1496411"/>
            <a:ext cx="7929880" cy="1446530"/>
          </a:xfrm>
          <a:prstGeom prst="rect">
            <a:avLst/>
          </a:prstGeom>
        </p:spPr>
        <p:txBody>
          <a:bodyPr wrap="square" lIns="0" tIns="305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dirty="0" sz="3750">
                <a:solidFill>
                  <a:srgbClr val="FFFFFF"/>
                </a:solidFill>
                <a:latin typeface="Lucida Sans Unicode"/>
                <a:cs typeface="Lucida Sans Unicode"/>
              </a:rPr>
              <a:t>DAX</a:t>
            </a:r>
            <a:r>
              <a:rPr dirty="0" sz="375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130">
                <a:solidFill>
                  <a:srgbClr val="FFFFFF"/>
                </a:solidFill>
                <a:latin typeface="Lucida Sans Unicode"/>
                <a:cs typeface="Lucida Sans Unicode"/>
              </a:rPr>
              <a:t>Measures</a:t>
            </a:r>
            <a:r>
              <a:rPr dirty="0" sz="375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235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75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>
                <a:solidFill>
                  <a:srgbClr val="FFFFFF"/>
                </a:solidFill>
                <a:latin typeface="Lucida Sans Unicode"/>
                <a:cs typeface="Lucida Sans Unicode"/>
              </a:rPr>
              <a:t>KPI</a:t>
            </a:r>
            <a:r>
              <a:rPr dirty="0" sz="375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110">
                <a:solidFill>
                  <a:srgbClr val="FFFFFF"/>
                </a:solidFill>
                <a:latin typeface="Lucida Sans Unicode"/>
                <a:cs typeface="Lucida Sans Unicode"/>
              </a:rPr>
              <a:t>Calculations</a:t>
            </a:r>
            <a:endParaRPr sz="3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400" spc="-434">
                <a:solidFill>
                  <a:srgbClr val="FFFFFF"/>
                </a:solidFill>
                <a:latin typeface="Lucida Sans Unicode"/>
                <a:cs typeface="Lucida Sans Unicode"/>
              </a:rPr>
              <a:t>1.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7298" y="3539712"/>
            <a:ext cx="15305405" cy="646049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000" spc="90">
                <a:solidFill>
                  <a:srgbClr val="FFFFFF"/>
                </a:solidFill>
                <a:latin typeface="Lucida Sans Unicode"/>
                <a:cs typeface="Lucida Sans Unicode"/>
              </a:rPr>
              <a:t>Calculates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Lucida Sans Unicode"/>
                <a:cs typeface="Lucida Sans Unicode"/>
              </a:rPr>
              <a:t>company’s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Lucida Sans Unicode"/>
                <a:cs typeface="Lucida Sans Unicode"/>
              </a:rPr>
              <a:t>generated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all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orders.</a:t>
            </a:r>
            <a:endParaRPr sz="2000">
              <a:latin typeface="Lucida Sans Unicode"/>
              <a:cs typeface="Lucida Sans Unicode"/>
            </a:endParaRPr>
          </a:p>
          <a:p>
            <a:pPr marL="342900" indent="-330200">
              <a:lnSpc>
                <a:spcPct val="100000"/>
              </a:lnSpc>
              <a:spcBef>
                <a:spcPts val="1585"/>
              </a:spcBef>
              <a:buAutoNum type="arabicPeriod" startAt="2"/>
              <a:tabLst>
                <a:tab pos="342900" algn="l"/>
              </a:tabLst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Net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Operating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Profit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Clr>
                <a:srgbClr val="FFFFFF"/>
              </a:buClr>
              <a:buFont typeface="Lucida Sans Unicode"/>
              <a:buAutoNum type="arabicPeriod" startAt="2"/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Measures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Lucida Sans Unicode"/>
                <a:cs typeface="Lucida Sans Unicode"/>
              </a:rPr>
              <a:t>actual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Lucida Sans Unicode"/>
                <a:cs typeface="Lucida Sans Unicode"/>
              </a:rPr>
              <a:t>operating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profit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after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Lucida Sans Unicode"/>
                <a:cs typeface="Lucida Sans Unicode"/>
              </a:rPr>
              <a:t>deducting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Lucida Sans Unicode"/>
                <a:cs typeface="Lucida Sans Unicode"/>
              </a:rPr>
              <a:t>operational</a:t>
            </a:r>
            <a:r>
              <a:rPr dirty="0" sz="20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costs.</a:t>
            </a:r>
            <a:endParaRPr sz="20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1764"/>
              </a:spcBef>
              <a:buAutoNum type="arabicPeriod" startAt="3"/>
              <a:tabLst>
                <a:tab pos="347980" algn="l"/>
              </a:tabLst>
            </a:pP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Profit</a:t>
            </a:r>
            <a:r>
              <a:rPr dirty="0" sz="24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Margin</a:t>
            </a:r>
            <a:r>
              <a:rPr dirty="0" sz="24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250">
                <a:solidFill>
                  <a:srgbClr val="FFFFFF"/>
                </a:solidFill>
                <a:latin typeface="Lucida Sans Unicode"/>
                <a:cs typeface="Lucida Sans Unicode"/>
              </a:rPr>
              <a:t>%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FFFFFF"/>
              </a:buClr>
              <a:buFont typeface="Lucida Sans Unicode"/>
              <a:buAutoNum type="arabicPeriod" startAt="3"/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Evaluates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profitability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efficiency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measuring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profit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Lucida Sans Unicode"/>
                <a:cs typeface="Lucida Sans Unicode"/>
              </a:rPr>
              <a:t>relative</a:t>
            </a:r>
            <a:r>
              <a:rPr dirty="0" sz="20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35">
                <a:solidFill>
                  <a:srgbClr val="FFFFFF"/>
                </a:solidFill>
                <a:latin typeface="Lucida Sans Unicode"/>
                <a:cs typeface="Lucida Sans Unicode"/>
              </a:rPr>
              <a:t>revenue.</a:t>
            </a:r>
            <a:endParaRPr sz="2000">
              <a:latin typeface="Lucida Sans Unicode"/>
              <a:cs typeface="Lucida Sans Unicode"/>
            </a:endParaRPr>
          </a:p>
          <a:p>
            <a:pPr marL="364490" indent="-351790">
              <a:lnSpc>
                <a:spcPct val="100000"/>
              </a:lnSpc>
              <a:spcBef>
                <a:spcPts val="1600"/>
              </a:spcBef>
              <a:buAutoNum type="arabicPeriod" startAt="4"/>
              <a:tabLst>
                <a:tab pos="364490" algn="l"/>
              </a:tabLst>
            </a:pP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Current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Year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(YTD)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39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Supports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intelligence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20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Lucida Sans Unicode"/>
                <a:cs typeface="Lucida Sans Unicode"/>
              </a:rPr>
              <a:t>Year-</a:t>
            </a:r>
            <a:r>
              <a:rPr dirty="0" sz="2000" spc="-40">
                <a:solidFill>
                  <a:srgbClr val="FFFFFF"/>
                </a:solidFill>
                <a:latin typeface="Lucida Sans Unicode"/>
                <a:cs typeface="Lucida Sans Unicode"/>
              </a:rPr>
              <a:t>To-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Date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calculations.</a:t>
            </a:r>
            <a:endParaRPr sz="2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000">
              <a:latin typeface="Lucida Sans Unicode"/>
              <a:cs typeface="Lucida Sans Unicode"/>
            </a:endParaRPr>
          </a:p>
          <a:p>
            <a:pPr marL="3616325" marR="5080" indent="-1539875">
              <a:lnSpc>
                <a:spcPts val="2920"/>
              </a:lnSpc>
            </a:pPr>
            <a:r>
              <a:rPr dirty="0" sz="2650">
                <a:solidFill>
                  <a:srgbClr val="FFFFFF"/>
                </a:solidFill>
                <a:latin typeface="Lucida Sans Unicode"/>
                <a:cs typeface="Lucida Sans Unicode"/>
              </a:rPr>
              <a:t>DAX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40">
                <a:solidFill>
                  <a:srgbClr val="FFFFFF"/>
                </a:solidFill>
                <a:latin typeface="Lucida Sans Unicode"/>
                <a:cs typeface="Lucida Sans Unicode"/>
              </a:rPr>
              <a:t>measures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05">
                <a:solidFill>
                  <a:srgbClr val="FFFFFF"/>
                </a:solidFill>
                <a:latin typeface="Lucida Sans Unicode"/>
                <a:cs typeface="Lucida Sans Unicode"/>
              </a:rPr>
              <a:t>were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40">
                <a:solidFill>
                  <a:srgbClr val="FFFFFF"/>
                </a:solidFill>
                <a:latin typeface="Lucida Sans Unicode"/>
                <a:cs typeface="Lucida Sans Unicode"/>
              </a:rPr>
              <a:t>created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40">
                <a:solidFill>
                  <a:srgbClr val="FFFFFF"/>
                </a:solidFill>
                <a:latin typeface="Lucida Sans Unicode"/>
                <a:cs typeface="Lucida Sans Unicode"/>
              </a:rPr>
              <a:t>calculate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FFFFFF"/>
                </a:solidFill>
                <a:latin typeface="Lucida Sans Unicode"/>
                <a:cs typeface="Lucida Sans Unicode"/>
              </a:rPr>
              <a:t>KPIs,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FFFFFF"/>
                </a:solidFill>
                <a:latin typeface="Lucida Sans Unicode"/>
                <a:cs typeface="Lucida Sans Unicode"/>
              </a:rPr>
              <a:t>profitability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0">
                <a:solidFill>
                  <a:srgbClr val="FFFFFF"/>
                </a:solidFill>
                <a:latin typeface="Lucida Sans Unicode"/>
                <a:cs typeface="Lucida Sans Unicode"/>
              </a:rPr>
              <a:t>metrics,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9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5">
                <a:solidFill>
                  <a:srgbClr val="FFFFFF"/>
                </a:solidFill>
                <a:latin typeface="Lucida Sans Unicode"/>
                <a:cs typeface="Lucida Sans Unicode"/>
              </a:rPr>
              <a:t>time-</a:t>
            </a:r>
            <a:r>
              <a:rPr dirty="0" sz="2650" spc="175">
                <a:solidFill>
                  <a:srgbClr val="FFFFFF"/>
                </a:solidFill>
                <a:latin typeface="Lucida Sans Unicode"/>
                <a:cs typeface="Lucida Sans Unicode"/>
              </a:rPr>
              <a:t>based</a:t>
            </a:r>
            <a:r>
              <a:rPr dirty="0" sz="26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14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6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5">
                <a:solidFill>
                  <a:srgbClr val="FFFFFF"/>
                </a:solidFill>
                <a:latin typeface="Lucida Sans Unicode"/>
                <a:cs typeface="Lucida Sans Unicode"/>
              </a:rPr>
              <a:t>indicators</a:t>
            </a:r>
            <a:r>
              <a:rPr dirty="0" sz="26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14">
                <a:solidFill>
                  <a:srgbClr val="FFFFFF"/>
                </a:solidFill>
                <a:latin typeface="Lucida Sans Unicode"/>
                <a:cs typeface="Lucida Sans Unicode"/>
              </a:rPr>
              <a:t>used</a:t>
            </a:r>
            <a:r>
              <a:rPr dirty="0" sz="26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20">
                <a:solidFill>
                  <a:srgbClr val="FFFFFF"/>
                </a:solidFill>
                <a:latin typeface="Lucida Sans Unicode"/>
                <a:cs typeface="Lucida Sans Unicode"/>
              </a:rPr>
              <a:t>across</a:t>
            </a:r>
            <a:r>
              <a:rPr dirty="0" sz="26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6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95">
                <a:solidFill>
                  <a:srgbClr val="FFFFFF"/>
                </a:solidFill>
                <a:latin typeface="Lucida Sans Unicode"/>
                <a:cs typeface="Lucida Sans Unicode"/>
              </a:rPr>
              <a:t>dashboard.</a:t>
            </a:r>
            <a:endParaRPr sz="2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863" y="3818836"/>
            <a:ext cx="175570" cy="749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From</a:t>
            </a:r>
            <a:r>
              <a:rPr dirty="0" spc="-295"/>
              <a:t> </a:t>
            </a:r>
            <a:r>
              <a:rPr dirty="0" spc="260"/>
              <a:t>Data</a:t>
            </a:r>
            <a:r>
              <a:rPr dirty="0" spc="-290"/>
              <a:t> </a:t>
            </a:r>
            <a:r>
              <a:rPr dirty="0" spc="140"/>
              <a:t>Processing</a:t>
            </a:r>
            <a:r>
              <a:rPr dirty="0" spc="-290"/>
              <a:t> </a:t>
            </a:r>
            <a:r>
              <a:rPr dirty="0" spc="55"/>
              <a:t>to</a:t>
            </a:r>
            <a:r>
              <a:rPr dirty="0" spc="-290"/>
              <a:t> </a:t>
            </a:r>
            <a:r>
              <a:rPr dirty="0" spc="125"/>
              <a:t>Business</a:t>
            </a:r>
            <a:r>
              <a:rPr dirty="0" spc="-290"/>
              <a:t> </a:t>
            </a:r>
            <a:r>
              <a:rPr dirty="0" spc="45"/>
              <a:t>Insights</a:t>
            </a:r>
          </a:p>
        </p:txBody>
      </p:sp>
      <p:sp>
        <p:nvSpPr>
          <p:cNvPr id="4" name="object 4"/>
          <p:cNvSpPr/>
          <p:nvPr/>
        </p:nvSpPr>
        <p:spPr>
          <a:xfrm>
            <a:off x="1783100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4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221036" y="0"/>
            <a:ext cx="67310" cy="45720"/>
          </a:xfrm>
          <a:custGeom>
            <a:avLst/>
            <a:gdLst/>
            <a:ahLst/>
            <a:cxnLst/>
            <a:rect l="l" t="t" r="r" b="b"/>
            <a:pathLst>
              <a:path w="67309" h="45720">
                <a:moveTo>
                  <a:pt x="0" y="0"/>
                </a:moveTo>
                <a:lnTo>
                  <a:pt x="66961" y="0"/>
                </a:lnTo>
                <a:lnTo>
                  <a:pt x="66961" y="43232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050922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440963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10169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491727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881770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27181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66184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711655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34562" y="410234"/>
            <a:ext cx="102941" cy="10295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8224591" y="410234"/>
            <a:ext cx="63500" cy="103505"/>
          </a:xfrm>
          <a:custGeom>
            <a:avLst/>
            <a:gdLst/>
            <a:ahLst/>
            <a:cxnLst/>
            <a:rect l="l" t="t" r="r" b="b"/>
            <a:pathLst>
              <a:path w="63500" h="103504">
                <a:moveTo>
                  <a:pt x="51476" y="0"/>
                </a:moveTo>
                <a:lnTo>
                  <a:pt x="63406" y="2414"/>
                </a:lnTo>
                <a:lnTo>
                  <a:pt x="63406" y="100538"/>
                </a:lnTo>
                <a:lnTo>
                  <a:pt x="51476" y="102952"/>
                </a:lnTo>
                <a:lnTo>
                  <a:pt x="31457" y="98901"/>
                </a:lnTo>
                <a:lnTo>
                  <a:pt x="15093" y="87859"/>
                </a:lnTo>
                <a:lnTo>
                  <a:pt x="4051" y="71495"/>
                </a:lnTo>
                <a:lnTo>
                  <a:pt x="0" y="51476"/>
                </a:lnTo>
                <a:lnTo>
                  <a:pt x="4051" y="31457"/>
                </a:lnTo>
                <a:lnTo>
                  <a:pt x="15093" y="15093"/>
                </a:lnTo>
                <a:lnTo>
                  <a:pt x="31457" y="4051"/>
                </a:lnTo>
                <a:lnTo>
                  <a:pt x="5147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54478" y="410234"/>
            <a:ext cx="102952" cy="10295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44519" y="410234"/>
            <a:ext cx="102952" cy="10295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95283" y="410234"/>
            <a:ext cx="102952" cy="10295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85326" y="410234"/>
            <a:ext cx="102952" cy="10295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75367" y="410234"/>
            <a:ext cx="102940" cy="10295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5398" y="410234"/>
            <a:ext cx="102952" cy="10295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840497" y="889632"/>
            <a:ext cx="91071" cy="91083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8230525" y="889632"/>
            <a:ext cx="57785" cy="91440"/>
          </a:xfrm>
          <a:custGeom>
            <a:avLst/>
            <a:gdLst/>
            <a:ahLst/>
            <a:cxnLst/>
            <a:rect l="l" t="t" r="r" b="b"/>
            <a:pathLst>
              <a:path w="57784" h="91440">
                <a:moveTo>
                  <a:pt x="45541" y="0"/>
                </a:moveTo>
                <a:lnTo>
                  <a:pt x="57471" y="2415"/>
                </a:lnTo>
                <a:lnTo>
                  <a:pt x="57471" y="88667"/>
                </a:lnTo>
                <a:lnTo>
                  <a:pt x="45541" y="91083"/>
                </a:lnTo>
                <a:lnTo>
                  <a:pt x="27833" y="87498"/>
                </a:lnTo>
                <a:lnTo>
                  <a:pt x="13355" y="77727"/>
                </a:lnTo>
                <a:lnTo>
                  <a:pt x="3585" y="63249"/>
                </a:lnTo>
                <a:lnTo>
                  <a:pt x="0" y="45541"/>
                </a:lnTo>
                <a:lnTo>
                  <a:pt x="3585" y="27833"/>
                </a:lnTo>
                <a:lnTo>
                  <a:pt x="13355" y="13355"/>
                </a:lnTo>
                <a:lnTo>
                  <a:pt x="27833" y="3585"/>
                </a:lnTo>
                <a:lnTo>
                  <a:pt x="45541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60412" y="889632"/>
            <a:ext cx="91083" cy="9108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450454" y="889632"/>
            <a:ext cx="91083" cy="9108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81302" y="889632"/>
            <a:ext cx="91071" cy="9108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671332" y="889632"/>
            <a:ext cx="91082" cy="9108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46431" y="1369030"/>
            <a:ext cx="79202" cy="79213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8236462" y="1369030"/>
            <a:ext cx="52069" cy="79375"/>
          </a:xfrm>
          <a:custGeom>
            <a:avLst/>
            <a:gdLst/>
            <a:ahLst/>
            <a:cxnLst/>
            <a:rect l="l" t="t" r="r" b="b"/>
            <a:pathLst>
              <a:path w="52069" h="79375">
                <a:moveTo>
                  <a:pt x="39606" y="0"/>
                </a:moveTo>
                <a:lnTo>
                  <a:pt x="51537" y="2414"/>
                </a:lnTo>
                <a:lnTo>
                  <a:pt x="51537" y="76798"/>
                </a:lnTo>
                <a:lnTo>
                  <a:pt x="39606" y="79213"/>
                </a:lnTo>
                <a:lnTo>
                  <a:pt x="24205" y="76096"/>
                </a:lnTo>
                <a:lnTo>
                  <a:pt x="11614" y="67599"/>
                </a:lnTo>
                <a:lnTo>
                  <a:pt x="3117" y="55008"/>
                </a:lnTo>
                <a:lnTo>
                  <a:pt x="0" y="39606"/>
                </a:lnTo>
                <a:lnTo>
                  <a:pt x="3117" y="24205"/>
                </a:lnTo>
                <a:lnTo>
                  <a:pt x="11614" y="11614"/>
                </a:lnTo>
                <a:lnTo>
                  <a:pt x="24205" y="3117"/>
                </a:lnTo>
                <a:lnTo>
                  <a:pt x="3960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066347" y="1369030"/>
            <a:ext cx="79213" cy="7921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456390" y="1369030"/>
            <a:ext cx="79213" cy="7921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852366" y="1848428"/>
            <a:ext cx="67332" cy="67344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18242393" y="1848426"/>
            <a:ext cx="45720" cy="67945"/>
          </a:xfrm>
          <a:custGeom>
            <a:avLst/>
            <a:gdLst/>
            <a:ahLst/>
            <a:cxnLst/>
            <a:rect l="l" t="t" r="r" b="b"/>
            <a:pathLst>
              <a:path w="45719" h="67944">
                <a:moveTo>
                  <a:pt x="29208" y="0"/>
                </a:moveTo>
                <a:lnTo>
                  <a:pt x="38139" y="0"/>
                </a:lnTo>
                <a:lnTo>
                  <a:pt x="42435" y="854"/>
                </a:lnTo>
                <a:lnTo>
                  <a:pt x="45604" y="2167"/>
                </a:lnTo>
                <a:lnTo>
                  <a:pt x="45604" y="65181"/>
                </a:lnTo>
                <a:lnTo>
                  <a:pt x="42435" y="66493"/>
                </a:lnTo>
                <a:lnTo>
                  <a:pt x="38139" y="67348"/>
                </a:lnTo>
                <a:lnTo>
                  <a:pt x="29208" y="67348"/>
                </a:lnTo>
                <a:lnTo>
                  <a:pt x="0" y="38139"/>
                </a:lnTo>
                <a:lnTo>
                  <a:pt x="0" y="29208"/>
                </a:lnTo>
                <a:lnTo>
                  <a:pt x="29208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9301" y="10113009"/>
            <a:ext cx="91083" cy="910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9270" y="10113009"/>
            <a:ext cx="91071" cy="9108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9228" y="10113009"/>
            <a:ext cx="91083" cy="910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909499" y="10113009"/>
            <a:ext cx="91071" cy="910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19457" y="10113009"/>
            <a:ext cx="91083" cy="910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29415" y="10113009"/>
            <a:ext cx="91083" cy="910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39385" y="10113009"/>
            <a:ext cx="91071" cy="910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49343" y="10113009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89572" y="10113009"/>
            <a:ext cx="91083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68694" y="10113009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299530" y="10113009"/>
            <a:ext cx="91083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78652" y="10113009"/>
            <a:ext cx="91082" cy="9108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65235" y="9645480"/>
            <a:ext cx="79213" cy="792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75205" y="9645480"/>
            <a:ext cx="79202" cy="79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5163" y="9645480"/>
            <a:ext cx="79213" cy="79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15434" y="9645480"/>
            <a:ext cx="79202" cy="7921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25392" y="9645480"/>
            <a:ext cx="79213" cy="792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35350" y="9645480"/>
            <a:ext cx="79213" cy="7921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45320" y="9645480"/>
            <a:ext cx="79202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55277" y="9645480"/>
            <a:ext cx="79213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95506" y="9645480"/>
            <a:ext cx="79213" cy="7921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05464" y="9645480"/>
            <a:ext cx="79213" cy="79213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71166" y="9177949"/>
            <a:ext cx="67348" cy="67348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81140" y="9177951"/>
            <a:ext cx="67333" cy="6734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1095" y="9177949"/>
            <a:ext cx="67348" cy="6734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921369" y="9177951"/>
            <a:ext cx="67332" cy="6734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531325" y="9177949"/>
            <a:ext cx="67348" cy="6734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141283" y="9177949"/>
            <a:ext cx="67348" cy="67348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51254" y="9177951"/>
            <a:ext cx="67332" cy="6734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61212" y="9177949"/>
            <a:ext cx="67348" cy="67348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983042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93003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02967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153160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763118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373081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18863" y="4425398"/>
            <a:ext cx="175570" cy="7490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18863" y="5031958"/>
            <a:ext cx="175570" cy="7490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18863" y="5638518"/>
            <a:ext cx="175570" cy="7490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18863" y="6234891"/>
            <a:ext cx="175570" cy="7490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18863" y="6841451"/>
            <a:ext cx="175570" cy="7490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863" y="7448012"/>
            <a:ext cx="175570" cy="74909"/>
          </a:xfrm>
          <a:prstGeom prst="rect">
            <a:avLst/>
          </a:prstGeom>
        </p:spPr>
      </p:pic>
      <p:grpSp>
        <p:nvGrpSpPr>
          <p:cNvPr id="76" name="object 76"/>
          <p:cNvGrpSpPr/>
          <p:nvPr/>
        </p:nvGrpSpPr>
        <p:grpSpPr>
          <a:xfrm>
            <a:off x="10240990" y="4008050"/>
            <a:ext cx="7313295" cy="3846195"/>
            <a:chOff x="10240990" y="4008050"/>
            <a:chExt cx="7313295" cy="3846195"/>
          </a:xfrm>
        </p:grpSpPr>
        <p:sp>
          <p:nvSpPr>
            <p:cNvPr id="77" name="object 77"/>
            <p:cNvSpPr/>
            <p:nvPr/>
          </p:nvSpPr>
          <p:spPr>
            <a:xfrm>
              <a:off x="10240990" y="4008050"/>
              <a:ext cx="7313295" cy="3846195"/>
            </a:xfrm>
            <a:custGeom>
              <a:avLst/>
              <a:gdLst/>
              <a:ahLst/>
              <a:cxnLst/>
              <a:rect l="l" t="t" r="r" b="b"/>
              <a:pathLst>
                <a:path w="7313294" h="3846195">
                  <a:moveTo>
                    <a:pt x="7191541" y="3831749"/>
                  </a:moveTo>
                  <a:lnTo>
                    <a:pt x="120919" y="3845570"/>
                  </a:lnTo>
                  <a:lnTo>
                    <a:pt x="97334" y="3841721"/>
                  </a:lnTo>
                  <a:lnTo>
                    <a:pt x="74954" y="3833344"/>
                  </a:lnTo>
                  <a:lnTo>
                    <a:pt x="37166" y="3804459"/>
                  </a:lnTo>
                  <a:lnTo>
                    <a:pt x="13309" y="3763312"/>
                  </a:lnTo>
                  <a:lnTo>
                    <a:pt x="7030" y="3724154"/>
                  </a:lnTo>
                  <a:lnTo>
                    <a:pt x="0" y="127710"/>
                  </a:lnTo>
                  <a:lnTo>
                    <a:pt x="3849" y="104126"/>
                  </a:lnTo>
                  <a:lnTo>
                    <a:pt x="24807" y="61429"/>
                  </a:lnTo>
                  <a:lnTo>
                    <a:pt x="60509" y="30003"/>
                  </a:lnTo>
                  <a:lnTo>
                    <a:pt x="105520" y="14631"/>
                  </a:lnTo>
                  <a:lnTo>
                    <a:pt x="7192037" y="0"/>
                  </a:lnTo>
                  <a:lnTo>
                    <a:pt x="7215622" y="3849"/>
                  </a:lnTo>
                  <a:lnTo>
                    <a:pt x="7258319" y="24807"/>
                  </a:lnTo>
                  <a:lnTo>
                    <a:pt x="7289745" y="60509"/>
                  </a:lnTo>
                  <a:lnTo>
                    <a:pt x="7305117" y="105520"/>
                  </a:lnTo>
                  <a:lnTo>
                    <a:pt x="7312957" y="3717860"/>
                  </a:lnTo>
                  <a:lnTo>
                    <a:pt x="7309108" y="3741444"/>
                  </a:lnTo>
                  <a:lnTo>
                    <a:pt x="7288149" y="3784141"/>
                  </a:lnTo>
                  <a:lnTo>
                    <a:pt x="7252447" y="3815567"/>
                  </a:lnTo>
                  <a:lnTo>
                    <a:pt x="7207436" y="3830939"/>
                  </a:lnTo>
                  <a:lnTo>
                    <a:pt x="7191541" y="3831749"/>
                  </a:lnTo>
                  <a:close/>
                </a:path>
              </a:pathLst>
            </a:custGeom>
            <a:solidFill>
              <a:srgbClr val="BFF5A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0545330" y="4313774"/>
              <a:ext cx="6697345" cy="3295650"/>
            </a:xfrm>
            <a:custGeom>
              <a:avLst/>
              <a:gdLst/>
              <a:ahLst/>
              <a:cxnLst/>
              <a:rect l="l" t="t" r="r" b="b"/>
              <a:pathLst>
                <a:path w="6697344" h="3295650">
                  <a:moveTo>
                    <a:pt x="6575646" y="3282612"/>
                  </a:moveTo>
                  <a:lnTo>
                    <a:pt x="119846" y="3295232"/>
                  </a:lnTo>
                  <a:lnTo>
                    <a:pt x="96261" y="3291382"/>
                  </a:lnTo>
                  <a:lnTo>
                    <a:pt x="73880" y="3283005"/>
                  </a:lnTo>
                  <a:lnTo>
                    <a:pt x="36093" y="3254120"/>
                  </a:lnTo>
                  <a:lnTo>
                    <a:pt x="12236" y="3212973"/>
                  </a:lnTo>
                  <a:lnTo>
                    <a:pt x="5956" y="3173816"/>
                  </a:lnTo>
                  <a:lnTo>
                    <a:pt x="0" y="126508"/>
                  </a:lnTo>
                  <a:lnTo>
                    <a:pt x="3849" y="102924"/>
                  </a:lnTo>
                  <a:lnTo>
                    <a:pt x="24807" y="60227"/>
                  </a:lnTo>
                  <a:lnTo>
                    <a:pt x="60509" y="28801"/>
                  </a:lnTo>
                  <a:lnTo>
                    <a:pt x="105520" y="13429"/>
                  </a:lnTo>
                  <a:lnTo>
                    <a:pt x="6577216" y="0"/>
                  </a:lnTo>
                  <a:lnTo>
                    <a:pt x="6600799" y="3849"/>
                  </a:lnTo>
                  <a:lnTo>
                    <a:pt x="6643496" y="24807"/>
                  </a:lnTo>
                  <a:lnTo>
                    <a:pt x="6674922" y="60509"/>
                  </a:lnTo>
                  <a:lnTo>
                    <a:pt x="6690295" y="105520"/>
                  </a:lnTo>
                  <a:lnTo>
                    <a:pt x="6697061" y="3168723"/>
                  </a:lnTo>
                  <a:lnTo>
                    <a:pt x="6693212" y="3192307"/>
                  </a:lnTo>
                  <a:lnTo>
                    <a:pt x="6672253" y="3235004"/>
                  </a:lnTo>
                  <a:lnTo>
                    <a:pt x="6636551" y="3266430"/>
                  </a:lnTo>
                  <a:lnTo>
                    <a:pt x="6591541" y="3281802"/>
                  </a:lnTo>
                  <a:lnTo>
                    <a:pt x="6575646" y="32826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1438192" y="5475899"/>
              <a:ext cx="1668780" cy="1512570"/>
            </a:xfrm>
            <a:custGeom>
              <a:avLst/>
              <a:gdLst/>
              <a:ahLst/>
              <a:cxnLst/>
              <a:rect l="l" t="t" r="r" b="b"/>
              <a:pathLst>
                <a:path w="1668780" h="1512570">
                  <a:moveTo>
                    <a:pt x="579984" y="1512053"/>
                  </a:moveTo>
                  <a:lnTo>
                    <a:pt x="529050" y="1511199"/>
                  </a:lnTo>
                  <a:lnTo>
                    <a:pt x="478322" y="1508117"/>
                  </a:lnTo>
                  <a:lnTo>
                    <a:pt x="427880" y="1502824"/>
                  </a:lnTo>
                  <a:lnTo>
                    <a:pt x="377803" y="1495337"/>
                  </a:lnTo>
                  <a:lnTo>
                    <a:pt x="328172" y="1485675"/>
                  </a:lnTo>
                  <a:lnTo>
                    <a:pt x="279067" y="1473855"/>
                  </a:lnTo>
                  <a:lnTo>
                    <a:pt x="230570" y="1459893"/>
                  </a:lnTo>
                  <a:lnTo>
                    <a:pt x="182760" y="1443808"/>
                  </a:lnTo>
                  <a:lnTo>
                    <a:pt x="135717" y="1425617"/>
                  </a:lnTo>
                  <a:lnTo>
                    <a:pt x="89523" y="1405338"/>
                  </a:lnTo>
                  <a:lnTo>
                    <a:pt x="44257" y="1382987"/>
                  </a:lnTo>
                  <a:lnTo>
                    <a:pt x="0" y="1358582"/>
                  </a:lnTo>
                  <a:lnTo>
                    <a:pt x="258451" y="962113"/>
                  </a:lnTo>
                  <a:lnTo>
                    <a:pt x="301392" y="984847"/>
                  </a:lnTo>
                  <a:lnTo>
                    <a:pt x="345929" y="1004102"/>
                  </a:lnTo>
                  <a:lnTo>
                    <a:pt x="391825" y="1019827"/>
                  </a:lnTo>
                  <a:lnTo>
                    <a:pt x="438845" y="1031970"/>
                  </a:lnTo>
                  <a:lnTo>
                    <a:pt x="486750" y="1040480"/>
                  </a:lnTo>
                  <a:lnTo>
                    <a:pt x="535305" y="1045306"/>
                  </a:lnTo>
                  <a:lnTo>
                    <a:pt x="584272" y="1046395"/>
                  </a:lnTo>
                  <a:lnTo>
                    <a:pt x="633415" y="1043696"/>
                  </a:lnTo>
                  <a:lnTo>
                    <a:pt x="682162" y="1037213"/>
                  </a:lnTo>
                  <a:lnTo>
                    <a:pt x="729948" y="1027048"/>
                  </a:lnTo>
                  <a:lnTo>
                    <a:pt x="776550" y="1013296"/>
                  </a:lnTo>
                  <a:lnTo>
                    <a:pt x="821748" y="996052"/>
                  </a:lnTo>
                  <a:lnTo>
                    <a:pt x="865320" y="975410"/>
                  </a:lnTo>
                  <a:lnTo>
                    <a:pt x="907044" y="951466"/>
                  </a:lnTo>
                  <a:lnTo>
                    <a:pt x="946699" y="924312"/>
                  </a:lnTo>
                  <a:lnTo>
                    <a:pt x="984063" y="894044"/>
                  </a:lnTo>
                  <a:lnTo>
                    <a:pt x="1018685" y="860994"/>
                  </a:lnTo>
                  <a:lnTo>
                    <a:pt x="1050181" y="825565"/>
                  </a:lnTo>
                  <a:lnTo>
                    <a:pt x="1078435" y="787958"/>
                  </a:lnTo>
                  <a:lnTo>
                    <a:pt x="1103330" y="748377"/>
                  </a:lnTo>
                  <a:lnTo>
                    <a:pt x="1124753" y="707022"/>
                  </a:lnTo>
                  <a:lnTo>
                    <a:pt x="1142587" y="664097"/>
                  </a:lnTo>
                  <a:lnTo>
                    <a:pt x="1156716" y="619802"/>
                  </a:lnTo>
                  <a:lnTo>
                    <a:pt x="1167026" y="574341"/>
                  </a:lnTo>
                  <a:lnTo>
                    <a:pt x="1173945" y="521637"/>
                  </a:lnTo>
                  <a:lnTo>
                    <a:pt x="1175630" y="468839"/>
                  </a:lnTo>
                  <a:lnTo>
                    <a:pt x="1172137" y="416288"/>
                  </a:lnTo>
                  <a:lnTo>
                    <a:pt x="1163521" y="364320"/>
                  </a:lnTo>
                  <a:lnTo>
                    <a:pt x="1149838" y="313275"/>
                  </a:lnTo>
                  <a:lnTo>
                    <a:pt x="1131144" y="263491"/>
                  </a:lnTo>
                  <a:lnTo>
                    <a:pt x="1107496" y="215306"/>
                  </a:lnTo>
                  <a:lnTo>
                    <a:pt x="1544592" y="0"/>
                  </a:lnTo>
                  <a:lnTo>
                    <a:pt x="1567222" y="43425"/>
                  </a:lnTo>
                  <a:lnTo>
                    <a:pt x="1587612" y="87655"/>
                  </a:lnTo>
                  <a:lnTo>
                    <a:pt x="1605748" y="132613"/>
                  </a:lnTo>
                  <a:lnTo>
                    <a:pt x="1621619" y="178221"/>
                  </a:lnTo>
                  <a:lnTo>
                    <a:pt x="1635211" y="224403"/>
                  </a:lnTo>
                  <a:lnTo>
                    <a:pt x="1646511" y="271082"/>
                  </a:lnTo>
                  <a:lnTo>
                    <a:pt x="1655507" y="318181"/>
                  </a:lnTo>
                  <a:lnTo>
                    <a:pt x="1662186" y="365622"/>
                  </a:lnTo>
                  <a:lnTo>
                    <a:pt x="1666536" y="413329"/>
                  </a:lnTo>
                  <a:lnTo>
                    <a:pt x="1668543" y="461225"/>
                  </a:lnTo>
                  <a:lnTo>
                    <a:pt x="1668194" y="509233"/>
                  </a:lnTo>
                  <a:lnTo>
                    <a:pt x="1665477" y="557275"/>
                  </a:lnTo>
                  <a:lnTo>
                    <a:pt x="1660379" y="605276"/>
                  </a:lnTo>
                  <a:lnTo>
                    <a:pt x="1652887" y="653157"/>
                  </a:lnTo>
                  <a:lnTo>
                    <a:pt x="1643034" y="700654"/>
                  </a:lnTo>
                  <a:lnTo>
                    <a:pt x="1630881" y="747509"/>
                  </a:lnTo>
                  <a:lnTo>
                    <a:pt x="1616469" y="793654"/>
                  </a:lnTo>
                  <a:lnTo>
                    <a:pt x="1599837" y="839019"/>
                  </a:lnTo>
                  <a:lnTo>
                    <a:pt x="1581024" y="883538"/>
                  </a:lnTo>
                  <a:lnTo>
                    <a:pt x="1560069" y="927140"/>
                  </a:lnTo>
                  <a:lnTo>
                    <a:pt x="1537012" y="969757"/>
                  </a:lnTo>
                  <a:lnTo>
                    <a:pt x="1511892" y="1011322"/>
                  </a:lnTo>
                  <a:lnTo>
                    <a:pt x="1484748" y="1051765"/>
                  </a:lnTo>
                  <a:lnTo>
                    <a:pt x="1455619" y="1091017"/>
                  </a:lnTo>
                  <a:lnTo>
                    <a:pt x="1424545" y="1129011"/>
                  </a:lnTo>
                  <a:lnTo>
                    <a:pt x="1391564" y="1165678"/>
                  </a:lnTo>
                  <a:lnTo>
                    <a:pt x="1356717" y="1200948"/>
                  </a:lnTo>
                  <a:lnTo>
                    <a:pt x="1320041" y="1234754"/>
                  </a:lnTo>
                  <a:lnTo>
                    <a:pt x="1281732" y="1266904"/>
                  </a:lnTo>
                  <a:lnTo>
                    <a:pt x="1242006" y="1297228"/>
                  </a:lnTo>
                  <a:lnTo>
                    <a:pt x="1200938" y="1325694"/>
                  </a:lnTo>
                  <a:lnTo>
                    <a:pt x="1158603" y="1352269"/>
                  </a:lnTo>
                  <a:lnTo>
                    <a:pt x="1115077" y="1376922"/>
                  </a:lnTo>
                  <a:lnTo>
                    <a:pt x="1070435" y="1399621"/>
                  </a:lnTo>
                  <a:lnTo>
                    <a:pt x="1024753" y="1420333"/>
                  </a:lnTo>
                  <a:lnTo>
                    <a:pt x="978104" y="1439027"/>
                  </a:lnTo>
                  <a:lnTo>
                    <a:pt x="930565" y="1455670"/>
                  </a:lnTo>
                  <a:lnTo>
                    <a:pt x="882211" y="1470231"/>
                  </a:lnTo>
                  <a:lnTo>
                    <a:pt x="833116" y="1482677"/>
                  </a:lnTo>
                  <a:lnTo>
                    <a:pt x="783357" y="1492976"/>
                  </a:lnTo>
                  <a:lnTo>
                    <a:pt x="733007" y="1501097"/>
                  </a:lnTo>
                  <a:lnTo>
                    <a:pt x="682143" y="1507006"/>
                  </a:lnTo>
                  <a:lnTo>
                    <a:pt x="631041" y="1510661"/>
                  </a:lnTo>
                  <a:lnTo>
                    <a:pt x="579984" y="1512053"/>
                  </a:lnTo>
                  <a:close/>
                </a:path>
              </a:pathLst>
            </a:custGeom>
            <a:solidFill>
              <a:srgbClr val="FABF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0967681" y="4920133"/>
              <a:ext cx="2139315" cy="1261745"/>
            </a:xfrm>
            <a:custGeom>
              <a:avLst/>
              <a:gdLst/>
              <a:ahLst/>
              <a:cxnLst/>
              <a:rect l="l" t="t" r="r" b="b"/>
              <a:pathLst>
                <a:path w="2139315" h="1261745">
                  <a:moveTo>
                    <a:pt x="2112293" y="1261732"/>
                  </a:moveTo>
                  <a:lnTo>
                    <a:pt x="1631430" y="1159136"/>
                  </a:lnTo>
                  <a:lnTo>
                    <a:pt x="1640628" y="1111225"/>
                  </a:lnTo>
                  <a:lnTo>
                    <a:pt x="1645433" y="1063057"/>
                  </a:lnTo>
                  <a:lnTo>
                    <a:pt x="1645888" y="1014891"/>
                  </a:lnTo>
                  <a:lnTo>
                    <a:pt x="1642038" y="966985"/>
                  </a:lnTo>
                  <a:lnTo>
                    <a:pt x="1633927" y="919597"/>
                  </a:lnTo>
                  <a:lnTo>
                    <a:pt x="1621599" y="872985"/>
                  </a:lnTo>
                  <a:lnTo>
                    <a:pt x="1605100" y="827407"/>
                  </a:lnTo>
                  <a:lnTo>
                    <a:pt x="1584472" y="783122"/>
                  </a:lnTo>
                  <a:lnTo>
                    <a:pt x="1559761" y="740389"/>
                  </a:lnTo>
                  <a:lnTo>
                    <a:pt x="1531270" y="699808"/>
                  </a:lnTo>
                  <a:lnTo>
                    <a:pt x="1499421" y="661915"/>
                  </a:lnTo>
                  <a:lnTo>
                    <a:pt x="1464435" y="626866"/>
                  </a:lnTo>
                  <a:lnTo>
                    <a:pt x="1426534" y="594821"/>
                  </a:lnTo>
                  <a:lnTo>
                    <a:pt x="1385939" y="565935"/>
                  </a:lnTo>
                  <a:lnTo>
                    <a:pt x="1342870" y="540367"/>
                  </a:lnTo>
                  <a:lnTo>
                    <a:pt x="1297551" y="518274"/>
                  </a:lnTo>
                  <a:lnTo>
                    <a:pt x="1250201" y="499813"/>
                  </a:lnTo>
                  <a:lnTo>
                    <a:pt x="1201042" y="485142"/>
                  </a:lnTo>
                  <a:lnTo>
                    <a:pt x="1150733" y="474496"/>
                  </a:lnTo>
                  <a:lnTo>
                    <a:pt x="1099972" y="467986"/>
                  </a:lnTo>
                  <a:lnTo>
                    <a:pt x="1049033" y="465579"/>
                  </a:lnTo>
                  <a:lnTo>
                    <a:pt x="998193" y="467244"/>
                  </a:lnTo>
                  <a:lnTo>
                    <a:pt x="947726" y="472952"/>
                  </a:lnTo>
                  <a:lnTo>
                    <a:pt x="897907" y="482670"/>
                  </a:lnTo>
                  <a:lnTo>
                    <a:pt x="849012" y="496368"/>
                  </a:lnTo>
                  <a:lnTo>
                    <a:pt x="801314" y="514015"/>
                  </a:lnTo>
                  <a:lnTo>
                    <a:pt x="755090" y="535579"/>
                  </a:lnTo>
                  <a:lnTo>
                    <a:pt x="710989" y="560799"/>
                  </a:lnTo>
                  <a:lnTo>
                    <a:pt x="669593" y="589298"/>
                  </a:lnTo>
                  <a:lnTo>
                    <a:pt x="631077" y="620874"/>
                  </a:lnTo>
                  <a:lnTo>
                    <a:pt x="595619" y="655324"/>
                  </a:lnTo>
                  <a:lnTo>
                    <a:pt x="563393" y="692447"/>
                  </a:lnTo>
                  <a:lnTo>
                    <a:pt x="534575" y="732039"/>
                  </a:lnTo>
                  <a:lnTo>
                    <a:pt x="509341" y="773898"/>
                  </a:lnTo>
                  <a:lnTo>
                    <a:pt x="487867" y="817822"/>
                  </a:lnTo>
                  <a:lnTo>
                    <a:pt x="470328" y="863609"/>
                  </a:lnTo>
                  <a:lnTo>
                    <a:pt x="0" y="724101"/>
                  </a:lnTo>
                  <a:lnTo>
                    <a:pt x="17048" y="676852"/>
                  </a:lnTo>
                  <a:lnTo>
                    <a:pt x="36406" y="630624"/>
                  </a:lnTo>
                  <a:lnTo>
                    <a:pt x="58017" y="585483"/>
                  </a:lnTo>
                  <a:lnTo>
                    <a:pt x="81823" y="541494"/>
                  </a:lnTo>
                  <a:lnTo>
                    <a:pt x="107767" y="498722"/>
                  </a:lnTo>
                  <a:lnTo>
                    <a:pt x="135794" y="457234"/>
                  </a:lnTo>
                  <a:lnTo>
                    <a:pt x="165845" y="417095"/>
                  </a:lnTo>
                  <a:lnTo>
                    <a:pt x="197865" y="378370"/>
                  </a:lnTo>
                  <a:lnTo>
                    <a:pt x="231795" y="341125"/>
                  </a:lnTo>
                  <a:lnTo>
                    <a:pt x="267580" y="305425"/>
                  </a:lnTo>
                  <a:lnTo>
                    <a:pt x="305162" y="271336"/>
                  </a:lnTo>
                  <a:lnTo>
                    <a:pt x="344484" y="238923"/>
                  </a:lnTo>
                  <a:lnTo>
                    <a:pt x="385490" y="208253"/>
                  </a:lnTo>
                  <a:lnTo>
                    <a:pt x="428123" y="179389"/>
                  </a:lnTo>
                  <a:lnTo>
                    <a:pt x="472325" y="152399"/>
                  </a:lnTo>
                  <a:lnTo>
                    <a:pt x="518041" y="127348"/>
                  </a:lnTo>
                  <a:lnTo>
                    <a:pt x="562195" y="105695"/>
                  </a:lnTo>
                  <a:lnTo>
                    <a:pt x="607167" y="86032"/>
                  </a:lnTo>
                  <a:lnTo>
                    <a:pt x="652882" y="68367"/>
                  </a:lnTo>
                  <a:lnTo>
                    <a:pt x="699265" y="52710"/>
                  </a:lnTo>
                  <a:lnTo>
                    <a:pt x="746243" y="39067"/>
                  </a:lnTo>
                  <a:lnTo>
                    <a:pt x="793741" y="27448"/>
                  </a:lnTo>
                  <a:lnTo>
                    <a:pt x="841685" y="17861"/>
                  </a:lnTo>
                  <a:lnTo>
                    <a:pt x="890001" y="10314"/>
                  </a:lnTo>
                  <a:lnTo>
                    <a:pt x="938614" y="4816"/>
                  </a:lnTo>
                  <a:lnTo>
                    <a:pt x="987450" y="1375"/>
                  </a:lnTo>
                  <a:lnTo>
                    <a:pt x="1036436" y="0"/>
                  </a:lnTo>
                  <a:lnTo>
                    <a:pt x="1085496" y="698"/>
                  </a:lnTo>
                  <a:lnTo>
                    <a:pt x="1134556" y="3478"/>
                  </a:lnTo>
                  <a:lnTo>
                    <a:pt x="1183542" y="8349"/>
                  </a:lnTo>
                  <a:lnTo>
                    <a:pt x="1232381" y="15319"/>
                  </a:lnTo>
                  <a:lnTo>
                    <a:pt x="1280997" y="24397"/>
                  </a:lnTo>
                  <a:lnTo>
                    <a:pt x="1329316" y="35590"/>
                  </a:lnTo>
                  <a:lnTo>
                    <a:pt x="1377048" y="48843"/>
                  </a:lnTo>
                  <a:lnTo>
                    <a:pt x="1423910" y="64068"/>
                  </a:lnTo>
                  <a:lnTo>
                    <a:pt x="1469843" y="81219"/>
                  </a:lnTo>
                  <a:lnTo>
                    <a:pt x="1514788" y="100256"/>
                  </a:lnTo>
                  <a:lnTo>
                    <a:pt x="1558684" y="121135"/>
                  </a:lnTo>
                  <a:lnTo>
                    <a:pt x="1601471" y="143815"/>
                  </a:lnTo>
                  <a:lnTo>
                    <a:pt x="1643091" y="168252"/>
                  </a:lnTo>
                  <a:lnTo>
                    <a:pt x="1683483" y="194404"/>
                  </a:lnTo>
                  <a:lnTo>
                    <a:pt x="1722587" y="222229"/>
                  </a:lnTo>
                  <a:lnTo>
                    <a:pt x="1760344" y="251683"/>
                  </a:lnTo>
                  <a:lnTo>
                    <a:pt x="1796695" y="282726"/>
                  </a:lnTo>
                  <a:lnTo>
                    <a:pt x="1831579" y="315313"/>
                  </a:lnTo>
                  <a:lnTo>
                    <a:pt x="1864936" y="349403"/>
                  </a:lnTo>
                  <a:lnTo>
                    <a:pt x="1896707" y="384953"/>
                  </a:lnTo>
                  <a:lnTo>
                    <a:pt x="1926833" y="421921"/>
                  </a:lnTo>
                  <a:lnTo>
                    <a:pt x="1955253" y="460264"/>
                  </a:lnTo>
                  <a:lnTo>
                    <a:pt x="1981908" y="499939"/>
                  </a:lnTo>
                  <a:lnTo>
                    <a:pt x="2008105" y="543294"/>
                  </a:lnTo>
                  <a:lnTo>
                    <a:pt x="2031962" y="587607"/>
                  </a:lnTo>
                  <a:lnTo>
                    <a:pt x="2053465" y="632794"/>
                  </a:lnTo>
                  <a:lnTo>
                    <a:pt x="2072600" y="678772"/>
                  </a:lnTo>
                  <a:lnTo>
                    <a:pt x="2089353" y="725457"/>
                  </a:lnTo>
                  <a:lnTo>
                    <a:pt x="2103708" y="772765"/>
                  </a:lnTo>
                  <a:lnTo>
                    <a:pt x="2115653" y="820613"/>
                  </a:lnTo>
                  <a:lnTo>
                    <a:pt x="2125172" y="868917"/>
                  </a:lnTo>
                  <a:lnTo>
                    <a:pt x="2132251" y="917593"/>
                  </a:lnTo>
                  <a:lnTo>
                    <a:pt x="2136877" y="966559"/>
                  </a:lnTo>
                  <a:lnTo>
                    <a:pt x="2139033" y="1015729"/>
                  </a:lnTo>
                  <a:lnTo>
                    <a:pt x="2138708" y="1065021"/>
                  </a:lnTo>
                  <a:lnTo>
                    <a:pt x="2135885" y="1114351"/>
                  </a:lnTo>
                  <a:lnTo>
                    <a:pt x="2130551" y="1163635"/>
                  </a:lnTo>
                  <a:lnTo>
                    <a:pt x="2122692" y="1212790"/>
                  </a:lnTo>
                  <a:lnTo>
                    <a:pt x="2112293" y="1261732"/>
                  </a:lnTo>
                  <a:close/>
                </a:path>
              </a:pathLst>
            </a:custGeom>
            <a:solidFill>
              <a:srgbClr val="D5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0917662" y="5045304"/>
              <a:ext cx="807720" cy="1791970"/>
            </a:xfrm>
            <a:custGeom>
              <a:avLst/>
              <a:gdLst/>
              <a:ahLst/>
              <a:cxnLst/>
              <a:rect l="l" t="t" r="r" b="b"/>
              <a:pathLst>
                <a:path w="807720" h="1791970">
                  <a:moveTo>
                    <a:pt x="524293" y="1791361"/>
                  </a:moveTo>
                  <a:lnTo>
                    <a:pt x="480243" y="1764592"/>
                  </a:lnTo>
                  <a:lnTo>
                    <a:pt x="437707" y="1735939"/>
                  </a:lnTo>
                  <a:lnTo>
                    <a:pt x="396747" y="1705465"/>
                  </a:lnTo>
                  <a:lnTo>
                    <a:pt x="357423" y="1673230"/>
                  </a:lnTo>
                  <a:lnTo>
                    <a:pt x="319797" y="1639294"/>
                  </a:lnTo>
                  <a:lnTo>
                    <a:pt x="283931" y="1603719"/>
                  </a:lnTo>
                  <a:lnTo>
                    <a:pt x="249885" y="1566564"/>
                  </a:lnTo>
                  <a:lnTo>
                    <a:pt x="217720" y="1527891"/>
                  </a:lnTo>
                  <a:lnTo>
                    <a:pt x="187498" y="1487761"/>
                  </a:lnTo>
                  <a:lnTo>
                    <a:pt x="159280" y="1446233"/>
                  </a:lnTo>
                  <a:lnTo>
                    <a:pt x="133127" y="1403370"/>
                  </a:lnTo>
                  <a:lnTo>
                    <a:pt x="109175" y="1359374"/>
                  </a:lnTo>
                  <a:lnTo>
                    <a:pt x="87532" y="1314464"/>
                  </a:lnTo>
                  <a:lnTo>
                    <a:pt x="68218" y="1268721"/>
                  </a:lnTo>
                  <a:lnTo>
                    <a:pt x="51254" y="1222226"/>
                  </a:lnTo>
                  <a:lnTo>
                    <a:pt x="36662" y="1175061"/>
                  </a:lnTo>
                  <a:lnTo>
                    <a:pt x="24462" y="1127308"/>
                  </a:lnTo>
                  <a:lnTo>
                    <a:pt x="14674" y="1079049"/>
                  </a:lnTo>
                  <a:lnTo>
                    <a:pt x="7321" y="1030364"/>
                  </a:lnTo>
                  <a:lnTo>
                    <a:pt x="2423" y="981335"/>
                  </a:lnTo>
                  <a:lnTo>
                    <a:pt x="0" y="932045"/>
                  </a:lnTo>
                  <a:lnTo>
                    <a:pt x="73" y="882574"/>
                  </a:lnTo>
                  <a:lnTo>
                    <a:pt x="2650" y="833163"/>
                  </a:lnTo>
                  <a:lnTo>
                    <a:pt x="7710" y="784051"/>
                  </a:lnTo>
                  <a:lnTo>
                    <a:pt x="15229" y="735320"/>
                  </a:lnTo>
                  <a:lnTo>
                    <a:pt x="25181" y="687049"/>
                  </a:lnTo>
                  <a:lnTo>
                    <a:pt x="37540" y="639319"/>
                  </a:lnTo>
                  <a:lnTo>
                    <a:pt x="52282" y="592211"/>
                  </a:lnTo>
                  <a:lnTo>
                    <a:pt x="69381" y="545804"/>
                  </a:lnTo>
                  <a:lnTo>
                    <a:pt x="88813" y="500179"/>
                  </a:lnTo>
                  <a:lnTo>
                    <a:pt x="110552" y="455417"/>
                  </a:lnTo>
                  <a:lnTo>
                    <a:pt x="134572" y="411598"/>
                  </a:lnTo>
                  <a:lnTo>
                    <a:pt x="160849" y="368802"/>
                  </a:lnTo>
                  <a:lnTo>
                    <a:pt x="189263" y="327244"/>
                  </a:lnTo>
                  <a:lnTo>
                    <a:pt x="219669" y="287118"/>
                  </a:lnTo>
                  <a:lnTo>
                    <a:pt x="252001" y="248482"/>
                  </a:lnTo>
                  <a:lnTo>
                    <a:pt x="286196" y="211396"/>
                  </a:lnTo>
                  <a:lnTo>
                    <a:pt x="322189" y="175915"/>
                  </a:lnTo>
                  <a:lnTo>
                    <a:pt x="359915" y="142098"/>
                  </a:lnTo>
                  <a:lnTo>
                    <a:pt x="399310" y="110004"/>
                  </a:lnTo>
                  <a:lnTo>
                    <a:pt x="440310" y="79688"/>
                  </a:lnTo>
                  <a:lnTo>
                    <a:pt x="482850" y="51211"/>
                  </a:lnTo>
                  <a:lnTo>
                    <a:pt x="526866" y="24629"/>
                  </a:lnTo>
                  <a:lnTo>
                    <a:pt x="572292" y="0"/>
                  </a:lnTo>
                  <a:lnTo>
                    <a:pt x="807438" y="409210"/>
                  </a:lnTo>
                  <a:lnTo>
                    <a:pt x="762247" y="434852"/>
                  </a:lnTo>
                  <a:lnTo>
                    <a:pt x="719764" y="464013"/>
                  </a:lnTo>
                  <a:lnTo>
                    <a:pt x="680206" y="496498"/>
                  </a:lnTo>
                  <a:lnTo>
                    <a:pt x="643792" y="532112"/>
                  </a:lnTo>
                  <a:lnTo>
                    <a:pt x="610741" y="570657"/>
                  </a:lnTo>
                  <a:lnTo>
                    <a:pt x="581269" y="611940"/>
                  </a:lnTo>
                  <a:lnTo>
                    <a:pt x="555733" y="655500"/>
                  </a:lnTo>
                  <a:lnTo>
                    <a:pt x="534406" y="700827"/>
                  </a:lnTo>
                  <a:lnTo>
                    <a:pt x="517372" y="747648"/>
                  </a:lnTo>
                  <a:lnTo>
                    <a:pt x="504718" y="795692"/>
                  </a:lnTo>
                  <a:lnTo>
                    <a:pt x="496527" y="844685"/>
                  </a:lnTo>
                  <a:lnTo>
                    <a:pt x="492886" y="894354"/>
                  </a:lnTo>
                  <a:lnTo>
                    <a:pt x="493864" y="944135"/>
                  </a:lnTo>
                  <a:lnTo>
                    <a:pt x="499420" y="993456"/>
                  </a:lnTo>
                  <a:lnTo>
                    <a:pt x="509485" y="1042043"/>
                  </a:lnTo>
                  <a:lnTo>
                    <a:pt x="523987" y="1089618"/>
                  </a:lnTo>
                  <a:lnTo>
                    <a:pt x="542858" y="1135907"/>
                  </a:lnTo>
                  <a:lnTo>
                    <a:pt x="566028" y="1180631"/>
                  </a:lnTo>
                  <a:lnTo>
                    <a:pt x="593252" y="1223267"/>
                  </a:lnTo>
                  <a:lnTo>
                    <a:pt x="624198" y="1263341"/>
                  </a:lnTo>
                  <a:lnTo>
                    <a:pt x="658659" y="1300647"/>
                  </a:lnTo>
                  <a:lnTo>
                    <a:pt x="696425" y="1334979"/>
                  </a:lnTo>
                  <a:lnTo>
                    <a:pt x="737291" y="1366133"/>
                  </a:lnTo>
                  <a:lnTo>
                    <a:pt x="781048" y="1393900"/>
                  </a:lnTo>
                  <a:lnTo>
                    <a:pt x="524293" y="1791361"/>
                  </a:lnTo>
                  <a:close/>
                </a:path>
              </a:pathLst>
            </a:custGeom>
            <a:solidFill>
              <a:srgbClr val="BFF5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5174739" y="4859288"/>
              <a:ext cx="1520825" cy="304165"/>
            </a:xfrm>
            <a:custGeom>
              <a:avLst/>
              <a:gdLst/>
              <a:ahLst/>
              <a:cxnLst/>
              <a:rect l="l" t="t" r="r" b="b"/>
              <a:pathLst>
                <a:path w="1520825" h="304164">
                  <a:moveTo>
                    <a:pt x="0" y="304096"/>
                  </a:moveTo>
                  <a:lnTo>
                    <a:pt x="1520484" y="304096"/>
                  </a:lnTo>
                  <a:lnTo>
                    <a:pt x="1520484" y="0"/>
                  </a:lnTo>
                  <a:lnTo>
                    <a:pt x="0" y="0"/>
                  </a:lnTo>
                  <a:lnTo>
                    <a:pt x="0" y="304096"/>
                  </a:lnTo>
                  <a:close/>
                </a:path>
              </a:pathLst>
            </a:custGeom>
            <a:solidFill>
              <a:srgbClr val="C3C3C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3532616" y="4859288"/>
              <a:ext cx="1642745" cy="304165"/>
            </a:xfrm>
            <a:custGeom>
              <a:avLst/>
              <a:gdLst/>
              <a:ahLst/>
              <a:cxnLst/>
              <a:rect l="l" t="t" r="r" b="b"/>
              <a:pathLst>
                <a:path w="1642744" h="304164">
                  <a:moveTo>
                    <a:pt x="1642122" y="304096"/>
                  </a:moveTo>
                  <a:lnTo>
                    <a:pt x="0" y="304096"/>
                  </a:lnTo>
                  <a:lnTo>
                    <a:pt x="0" y="0"/>
                  </a:lnTo>
                  <a:lnTo>
                    <a:pt x="1642122" y="0"/>
                  </a:lnTo>
                  <a:lnTo>
                    <a:pt x="1642122" y="304096"/>
                  </a:lnTo>
                  <a:close/>
                </a:path>
              </a:pathLst>
            </a:custGeom>
            <a:solidFill>
              <a:srgbClr val="BFF5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4688184" y="5345843"/>
              <a:ext cx="2007235" cy="304165"/>
            </a:xfrm>
            <a:custGeom>
              <a:avLst/>
              <a:gdLst/>
              <a:ahLst/>
              <a:cxnLst/>
              <a:rect l="l" t="t" r="r" b="b"/>
              <a:pathLst>
                <a:path w="2007234" h="304164">
                  <a:moveTo>
                    <a:pt x="0" y="304096"/>
                  </a:moveTo>
                  <a:lnTo>
                    <a:pt x="2007039" y="304096"/>
                  </a:lnTo>
                  <a:lnTo>
                    <a:pt x="2007039" y="0"/>
                  </a:lnTo>
                  <a:lnTo>
                    <a:pt x="0" y="0"/>
                  </a:lnTo>
                  <a:lnTo>
                    <a:pt x="0" y="304096"/>
                  </a:lnTo>
                  <a:close/>
                </a:path>
              </a:pathLst>
            </a:custGeom>
            <a:solidFill>
              <a:srgbClr val="C3C3C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3532616" y="5345843"/>
              <a:ext cx="1155700" cy="304165"/>
            </a:xfrm>
            <a:custGeom>
              <a:avLst/>
              <a:gdLst/>
              <a:ahLst/>
              <a:cxnLst/>
              <a:rect l="l" t="t" r="r" b="b"/>
              <a:pathLst>
                <a:path w="1155700" h="304164">
                  <a:moveTo>
                    <a:pt x="1155567" y="304096"/>
                  </a:moveTo>
                  <a:lnTo>
                    <a:pt x="0" y="304096"/>
                  </a:lnTo>
                  <a:lnTo>
                    <a:pt x="0" y="0"/>
                  </a:lnTo>
                  <a:lnTo>
                    <a:pt x="1155567" y="0"/>
                  </a:lnTo>
                  <a:lnTo>
                    <a:pt x="1155567" y="304096"/>
                  </a:lnTo>
                  <a:close/>
                </a:path>
              </a:pathLst>
            </a:custGeom>
            <a:solidFill>
              <a:srgbClr val="D5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5296377" y="5832398"/>
              <a:ext cx="1398905" cy="304165"/>
            </a:xfrm>
            <a:custGeom>
              <a:avLst/>
              <a:gdLst/>
              <a:ahLst/>
              <a:cxnLst/>
              <a:rect l="l" t="t" r="r" b="b"/>
              <a:pathLst>
                <a:path w="1398905" h="304164">
                  <a:moveTo>
                    <a:pt x="0" y="304096"/>
                  </a:moveTo>
                  <a:lnTo>
                    <a:pt x="1398845" y="304096"/>
                  </a:lnTo>
                  <a:lnTo>
                    <a:pt x="1398845" y="0"/>
                  </a:lnTo>
                  <a:lnTo>
                    <a:pt x="0" y="0"/>
                  </a:lnTo>
                  <a:lnTo>
                    <a:pt x="0" y="304096"/>
                  </a:lnTo>
                  <a:close/>
                </a:path>
              </a:pathLst>
            </a:custGeom>
            <a:solidFill>
              <a:srgbClr val="C3C3C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3532616" y="5832398"/>
              <a:ext cx="1764030" cy="304165"/>
            </a:xfrm>
            <a:custGeom>
              <a:avLst/>
              <a:gdLst/>
              <a:ahLst/>
              <a:cxnLst/>
              <a:rect l="l" t="t" r="r" b="b"/>
              <a:pathLst>
                <a:path w="1764030" h="304164">
                  <a:moveTo>
                    <a:pt x="1763761" y="304096"/>
                  </a:moveTo>
                  <a:lnTo>
                    <a:pt x="0" y="304096"/>
                  </a:lnTo>
                  <a:lnTo>
                    <a:pt x="0" y="0"/>
                  </a:lnTo>
                  <a:lnTo>
                    <a:pt x="1763761" y="0"/>
                  </a:lnTo>
                  <a:lnTo>
                    <a:pt x="1763761" y="304096"/>
                  </a:lnTo>
                  <a:close/>
                </a:path>
              </a:pathLst>
            </a:custGeom>
            <a:solidFill>
              <a:srgbClr val="FABF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5722113" y="6318953"/>
              <a:ext cx="973455" cy="304165"/>
            </a:xfrm>
            <a:custGeom>
              <a:avLst/>
              <a:gdLst/>
              <a:ahLst/>
              <a:cxnLst/>
              <a:rect l="l" t="t" r="r" b="b"/>
              <a:pathLst>
                <a:path w="973455" h="304165">
                  <a:moveTo>
                    <a:pt x="0" y="304096"/>
                  </a:moveTo>
                  <a:lnTo>
                    <a:pt x="973109" y="304096"/>
                  </a:lnTo>
                  <a:lnTo>
                    <a:pt x="973109" y="0"/>
                  </a:lnTo>
                  <a:lnTo>
                    <a:pt x="0" y="0"/>
                  </a:lnTo>
                  <a:lnTo>
                    <a:pt x="0" y="304096"/>
                  </a:lnTo>
                  <a:close/>
                </a:path>
              </a:pathLst>
            </a:custGeom>
            <a:solidFill>
              <a:srgbClr val="C3C3C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3532616" y="6318953"/>
              <a:ext cx="2190115" cy="304165"/>
            </a:xfrm>
            <a:custGeom>
              <a:avLst/>
              <a:gdLst/>
              <a:ahLst/>
              <a:cxnLst/>
              <a:rect l="l" t="t" r="r" b="b"/>
              <a:pathLst>
                <a:path w="2190115" h="304165">
                  <a:moveTo>
                    <a:pt x="2189497" y="304096"/>
                  </a:moveTo>
                  <a:lnTo>
                    <a:pt x="0" y="304096"/>
                  </a:lnTo>
                  <a:lnTo>
                    <a:pt x="0" y="0"/>
                  </a:lnTo>
                  <a:lnTo>
                    <a:pt x="2189497" y="0"/>
                  </a:lnTo>
                  <a:lnTo>
                    <a:pt x="2189497" y="304096"/>
                  </a:lnTo>
                  <a:close/>
                </a:path>
              </a:pathLst>
            </a:custGeom>
            <a:solidFill>
              <a:srgbClr val="BFF5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4992281" y="6805508"/>
              <a:ext cx="1703070" cy="304165"/>
            </a:xfrm>
            <a:custGeom>
              <a:avLst/>
              <a:gdLst/>
              <a:ahLst/>
              <a:cxnLst/>
              <a:rect l="l" t="t" r="r" b="b"/>
              <a:pathLst>
                <a:path w="1703069" h="304165">
                  <a:moveTo>
                    <a:pt x="0" y="304096"/>
                  </a:moveTo>
                  <a:lnTo>
                    <a:pt x="1702942" y="304096"/>
                  </a:lnTo>
                  <a:lnTo>
                    <a:pt x="1702942" y="0"/>
                  </a:lnTo>
                  <a:lnTo>
                    <a:pt x="0" y="0"/>
                  </a:lnTo>
                  <a:lnTo>
                    <a:pt x="0" y="304096"/>
                  </a:lnTo>
                  <a:close/>
                </a:path>
              </a:pathLst>
            </a:custGeom>
            <a:solidFill>
              <a:srgbClr val="C3C3C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3532616" y="6805508"/>
              <a:ext cx="1459865" cy="304165"/>
            </a:xfrm>
            <a:custGeom>
              <a:avLst/>
              <a:gdLst/>
              <a:ahLst/>
              <a:cxnLst/>
              <a:rect l="l" t="t" r="r" b="b"/>
              <a:pathLst>
                <a:path w="1459865" h="304165">
                  <a:moveTo>
                    <a:pt x="1459664" y="304096"/>
                  </a:moveTo>
                  <a:lnTo>
                    <a:pt x="0" y="304096"/>
                  </a:lnTo>
                  <a:lnTo>
                    <a:pt x="0" y="0"/>
                  </a:lnTo>
                  <a:lnTo>
                    <a:pt x="1459664" y="0"/>
                  </a:lnTo>
                  <a:lnTo>
                    <a:pt x="1459664" y="304096"/>
                  </a:lnTo>
                  <a:close/>
                </a:path>
              </a:pathLst>
            </a:custGeom>
            <a:solidFill>
              <a:srgbClr val="D512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591279" y="1902899"/>
            <a:ext cx="16680815" cy="5730875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After</a:t>
            </a:r>
            <a:r>
              <a:rPr dirty="0" sz="2500" spc="3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Lucida Sans Unicode"/>
                <a:cs typeface="Lucida Sans Unicode"/>
              </a:rPr>
              <a:t>completing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7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Lucida Sans Unicode"/>
                <a:cs typeface="Lucida Sans Unicode"/>
              </a:rPr>
              <a:t>cleaning,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transformation,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modeling,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5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DAX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calculations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Lucida Sans Unicode"/>
                <a:cs typeface="Lucida Sans Unicode"/>
              </a:rPr>
              <a:t>stages,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final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step</a:t>
            </a:r>
            <a:r>
              <a:rPr dirty="0" sz="25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0">
                <a:solidFill>
                  <a:srgbClr val="FFFFFF"/>
                </a:solidFill>
                <a:latin typeface="Lucida Sans Unicode"/>
                <a:cs typeface="Lucida Sans Unicode"/>
              </a:rPr>
              <a:t>was</a:t>
            </a:r>
            <a:r>
              <a:rPr dirty="0" sz="25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building</a:t>
            </a:r>
            <a:r>
              <a:rPr dirty="0" sz="25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25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25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Power</a:t>
            </a:r>
            <a:r>
              <a:rPr dirty="0" sz="25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BI</a:t>
            </a:r>
            <a:r>
              <a:rPr dirty="0" sz="25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dashboard.</a:t>
            </a:r>
            <a:endParaRPr sz="2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dashboard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0">
                <a:solidFill>
                  <a:srgbClr val="FFFFFF"/>
                </a:solidFill>
                <a:latin typeface="Lucida Sans Unicode"/>
                <a:cs typeface="Lucida Sans Unicode"/>
              </a:rPr>
              <a:t>was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designed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transform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Lucida Sans Unicode"/>
                <a:cs typeface="Lucida Sans Unicode"/>
              </a:rPr>
              <a:t>raw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7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into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Lucida Sans Unicode"/>
                <a:cs typeface="Lucida Sans Unicode"/>
              </a:rPr>
              <a:t>clear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Lucida Sans Unicode"/>
                <a:cs typeface="Lucida Sans Unicode"/>
              </a:rPr>
              <a:t>visual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insights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support:</a:t>
            </a:r>
            <a:endParaRPr sz="2500">
              <a:latin typeface="Lucida Sans Unicode"/>
              <a:cs typeface="Lucida Sans Unicode"/>
            </a:endParaRPr>
          </a:p>
          <a:p>
            <a:pPr marL="631190" marR="11196320">
              <a:lnSpc>
                <a:spcPct val="159200"/>
              </a:lnSpc>
              <a:spcBef>
                <a:spcPts val="1145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Executive</a:t>
            </a:r>
            <a:r>
              <a:rPr dirty="0" sz="25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monitoring </a:t>
            </a: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Sales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dirty="0" sz="2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endParaRPr sz="2500">
              <a:latin typeface="Lucida Sans Unicode"/>
              <a:cs typeface="Lucida Sans Unicode"/>
            </a:endParaRPr>
          </a:p>
          <a:p>
            <a:pPr marL="631190" marR="7974965">
              <a:lnSpc>
                <a:spcPct val="158500"/>
              </a:lnSpc>
              <a:spcBef>
                <a:spcPts val="20"/>
              </a:spcBef>
            </a:pP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Marketing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4">
                <a:solidFill>
                  <a:srgbClr val="FFFFFF"/>
                </a:solidFill>
                <a:latin typeface="Lucida Sans Unicode"/>
                <a:cs typeface="Lucida Sans Unicode"/>
              </a:rPr>
              <a:t>channel</a:t>
            </a:r>
            <a:r>
              <a:rPr dirty="0" sz="25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5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Lucida Sans Unicode"/>
                <a:cs typeface="Lucida Sans Unicode"/>
              </a:rPr>
              <a:t>evaluation </a:t>
            </a:r>
            <a:r>
              <a:rPr dirty="0" sz="2500" spc="8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Lucida Sans Unicode"/>
                <a:cs typeface="Lucida Sans Unicode"/>
              </a:rPr>
              <a:t>feedback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behavior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analysis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Profitability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operational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5">
                <a:solidFill>
                  <a:srgbClr val="FFFFFF"/>
                </a:solidFill>
                <a:latin typeface="Lucida Sans Unicode"/>
                <a:cs typeface="Lucida Sans Unicode"/>
              </a:rPr>
              <a:t>tracking 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Trend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5">
                <a:solidFill>
                  <a:srgbClr val="FFFFFF"/>
                </a:solidFill>
                <a:latin typeface="Lucida Sans Unicode"/>
                <a:cs typeface="Lucida Sans Unicode"/>
              </a:rPr>
              <a:t>forecasting 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Supporting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Lucida Sans Unicode"/>
                <a:cs typeface="Lucida Sans Unicode"/>
              </a:rPr>
              <a:t>data-</a:t>
            </a:r>
            <a:r>
              <a:rPr dirty="0" sz="2500">
                <a:solidFill>
                  <a:srgbClr val="FFFFFF"/>
                </a:solidFill>
                <a:latin typeface="Lucida Sans Unicode"/>
                <a:cs typeface="Lucida Sans Unicode"/>
              </a:rPr>
              <a:t>driven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Lucida Sans Unicode"/>
                <a:cs typeface="Lucida Sans Unicode"/>
              </a:rPr>
              <a:t>decisions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5"/>
              <a:t>Strategic</a:t>
            </a:r>
            <a:r>
              <a:rPr dirty="0" spc="-290"/>
              <a:t> </a:t>
            </a:r>
            <a:r>
              <a:rPr dirty="0" spc="220"/>
              <a:t>Recommendations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783100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4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221036" y="0"/>
            <a:ext cx="67310" cy="45720"/>
          </a:xfrm>
          <a:custGeom>
            <a:avLst/>
            <a:gdLst/>
            <a:ahLst/>
            <a:cxnLst/>
            <a:rect l="l" t="t" r="r" b="b"/>
            <a:pathLst>
              <a:path w="67309" h="45720">
                <a:moveTo>
                  <a:pt x="0" y="0"/>
                </a:moveTo>
                <a:lnTo>
                  <a:pt x="66961" y="0"/>
                </a:lnTo>
                <a:lnTo>
                  <a:pt x="66961" y="43232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050922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440963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0169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491727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881770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27181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66184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711655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4562" y="410234"/>
            <a:ext cx="102941" cy="10295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8224591" y="410234"/>
            <a:ext cx="63500" cy="103505"/>
          </a:xfrm>
          <a:custGeom>
            <a:avLst/>
            <a:gdLst/>
            <a:ahLst/>
            <a:cxnLst/>
            <a:rect l="l" t="t" r="r" b="b"/>
            <a:pathLst>
              <a:path w="63500" h="103504">
                <a:moveTo>
                  <a:pt x="51476" y="0"/>
                </a:moveTo>
                <a:lnTo>
                  <a:pt x="63406" y="2414"/>
                </a:lnTo>
                <a:lnTo>
                  <a:pt x="63406" y="100538"/>
                </a:lnTo>
                <a:lnTo>
                  <a:pt x="51476" y="102952"/>
                </a:lnTo>
                <a:lnTo>
                  <a:pt x="31457" y="98901"/>
                </a:lnTo>
                <a:lnTo>
                  <a:pt x="15093" y="87859"/>
                </a:lnTo>
                <a:lnTo>
                  <a:pt x="4051" y="71495"/>
                </a:lnTo>
                <a:lnTo>
                  <a:pt x="0" y="51476"/>
                </a:lnTo>
                <a:lnTo>
                  <a:pt x="4051" y="31457"/>
                </a:lnTo>
                <a:lnTo>
                  <a:pt x="15093" y="15093"/>
                </a:lnTo>
                <a:lnTo>
                  <a:pt x="31457" y="4051"/>
                </a:lnTo>
                <a:lnTo>
                  <a:pt x="5147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4478" y="410234"/>
            <a:ext cx="102952" cy="1029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4519" y="410234"/>
            <a:ext cx="102952" cy="10295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5283" y="410234"/>
            <a:ext cx="102952" cy="10295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85326" y="410234"/>
            <a:ext cx="102952" cy="10295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5367" y="410234"/>
            <a:ext cx="102940" cy="10295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5398" y="410234"/>
            <a:ext cx="102952" cy="10295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40497" y="889632"/>
            <a:ext cx="91071" cy="9108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8230525" y="889632"/>
            <a:ext cx="57785" cy="91440"/>
          </a:xfrm>
          <a:custGeom>
            <a:avLst/>
            <a:gdLst/>
            <a:ahLst/>
            <a:cxnLst/>
            <a:rect l="l" t="t" r="r" b="b"/>
            <a:pathLst>
              <a:path w="57784" h="91440">
                <a:moveTo>
                  <a:pt x="45541" y="0"/>
                </a:moveTo>
                <a:lnTo>
                  <a:pt x="57471" y="2415"/>
                </a:lnTo>
                <a:lnTo>
                  <a:pt x="57471" y="88667"/>
                </a:lnTo>
                <a:lnTo>
                  <a:pt x="45541" y="91083"/>
                </a:lnTo>
                <a:lnTo>
                  <a:pt x="27833" y="87498"/>
                </a:lnTo>
                <a:lnTo>
                  <a:pt x="13355" y="77727"/>
                </a:lnTo>
                <a:lnTo>
                  <a:pt x="3585" y="63249"/>
                </a:lnTo>
                <a:lnTo>
                  <a:pt x="0" y="45541"/>
                </a:lnTo>
                <a:lnTo>
                  <a:pt x="3585" y="27833"/>
                </a:lnTo>
                <a:lnTo>
                  <a:pt x="13355" y="13355"/>
                </a:lnTo>
                <a:lnTo>
                  <a:pt x="27833" y="3585"/>
                </a:lnTo>
                <a:lnTo>
                  <a:pt x="45541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60412" y="889632"/>
            <a:ext cx="91083" cy="9108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50454" y="889632"/>
            <a:ext cx="91083" cy="9108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81302" y="889632"/>
            <a:ext cx="91071" cy="9108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71332" y="889632"/>
            <a:ext cx="91082" cy="9108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846431" y="1369030"/>
            <a:ext cx="79202" cy="7921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8236462" y="1369030"/>
            <a:ext cx="52069" cy="79375"/>
          </a:xfrm>
          <a:custGeom>
            <a:avLst/>
            <a:gdLst/>
            <a:ahLst/>
            <a:cxnLst/>
            <a:rect l="l" t="t" r="r" b="b"/>
            <a:pathLst>
              <a:path w="52069" h="79375">
                <a:moveTo>
                  <a:pt x="39606" y="0"/>
                </a:moveTo>
                <a:lnTo>
                  <a:pt x="51537" y="2414"/>
                </a:lnTo>
                <a:lnTo>
                  <a:pt x="51537" y="76798"/>
                </a:lnTo>
                <a:lnTo>
                  <a:pt x="39606" y="79213"/>
                </a:lnTo>
                <a:lnTo>
                  <a:pt x="24205" y="76096"/>
                </a:lnTo>
                <a:lnTo>
                  <a:pt x="11614" y="67599"/>
                </a:lnTo>
                <a:lnTo>
                  <a:pt x="3117" y="55008"/>
                </a:lnTo>
                <a:lnTo>
                  <a:pt x="0" y="39606"/>
                </a:lnTo>
                <a:lnTo>
                  <a:pt x="3117" y="24205"/>
                </a:lnTo>
                <a:lnTo>
                  <a:pt x="11614" y="11614"/>
                </a:lnTo>
                <a:lnTo>
                  <a:pt x="24205" y="3117"/>
                </a:lnTo>
                <a:lnTo>
                  <a:pt x="3960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66347" y="1369030"/>
            <a:ext cx="79213" cy="7921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6390" y="1369030"/>
            <a:ext cx="79213" cy="7921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52366" y="1848428"/>
            <a:ext cx="67332" cy="6734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8242393" y="1848426"/>
            <a:ext cx="45720" cy="67945"/>
          </a:xfrm>
          <a:custGeom>
            <a:avLst/>
            <a:gdLst/>
            <a:ahLst/>
            <a:cxnLst/>
            <a:rect l="l" t="t" r="r" b="b"/>
            <a:pathLst>
              <a:path w="45719" h="67944">
                <a:moveTo>
                  <a:pt x="29208" y="0"/>
                </a:moveTo>
                <a:lnTo>
                  <a:pt x="38139" y="0"/>
                </a:lnTo>
                <a:lnTo>
                  <a:pt x="42435" y="854"/>
                </a:lnTo>
                <a:lnTo>
                  <a:pt x="45604" y="2167"/>
                </a:lnTo>
                <a:lnTo>
                  <a:pt x="45604" y="65181"/>
                </a:lnTo>
                <a:lnTo>
                  <a:pt x="42435" y="66493"/>
                </a:lnTo>
                <a:lnTo>
                  <a:pt x="38139" y="67348"/>
                </a:lnTo>
                <a:lnTo>
                  <a:pt x="29208" y="67348"/>
                </a:lnTo>
                <a:lnTo>
                  <a:pt x="0" y="38139"/>
                </a:lnTo>
                <a:lnTo>
                  <a:pt x="0" y="29208"/>
                </a:lnTo>
                <a:lnTo>
                  <a:pt x="29208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9301" y="10113009"/>
            <a:ext cx="91083" cy="9108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270" y="10113009"/>
            <a:ext cx="91071" cy="910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228" y="10113009"/>
            <a:ext cx="91083" cy="9108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09499" y="10113009"/>
            <a:ext cx="91071" cy="910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19457" y="10113009"/>
            <a:ext cx="91083" cy="910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29415" y="10113009"/>
            <a:ext cx="91083" cy="910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39385" y="10113009"/>
            <a:ext cx="91071" cy="910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49343" y="10113009"/>
            <a:ext cx="91083" cy="910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89572" y="10113009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299530" y="10113009"/>
            <a:ext cx="91083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68694" y="10113009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78652" y="10113009"/>
            <a:ext cx="91082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5235" y="9645480"/>
            <a:ext cx="79213" cy="7921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5205" y="9645480"/>
            <a:ext cx="79202" cy="792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163" y="9645480"/>
            <a:ext cx="79213" cy="79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5434" y="9645480"/>
            <a:ext cx="79202" cy="79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5392" y="9645480"/>
            <a:ext cx="79213" cy="7921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35350" y="9645480"/>
            <a:ext cx="79213" cy="792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320" y="9645480"/>
            <a:ext cx="79202" cy="7921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55277" y="9645480"/>
            <a:ext cx="79213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95506" y="9645480"/>
            <a:ext cx="79213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05464" y="9645480"/>
            <a:ext cx="79213" cy="7921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1166" y="9177949"/>
            <a:ext cx="67348" cy="6734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1140" y="9177951"/>
            <a:ext cx="67333" cy="673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1095" y="9177949"/>
            <a:ext cx="67348" cy="6734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21369" y="9177951"/>
            <a:ext cx="67332" cy="6734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531325" y="9177949"/>
            <a:ext cx="67348" cy="67348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1283" y="9177949"/>
            <a:ext cx="67348" cy="6734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51254" y="9177951"/>
            <a:ext cx="67332" cy="6734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61212" y="9177949"/>
            <a:ext cx="67348" cy="67348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983042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3003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02967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153160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63118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73081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288312" y="3283177"/>
            <a:ext cx="4524374" cy="41528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51629" y="3399136"/>
            <a:ext cx="104775" cy="10477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51629" y="4770736"/>
            <a:ext cx="104775" cy="10477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51629" y="7056736"/>
            <a:ext cx="104775" cy="104774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591279" y="2327040"/>
            <a:ext cx="12444730" cy="54229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600">
                <a:solidFill>
                  <a:srgbClr val="FFFFFF"/>
                </a:solidFill>
                <a:latin typeface="Lucida Sans Unicode"/>
                <a:cs typeface="Lucida Sans Unicode"/>
              </a:rPr>
              <a:t>1.</a:t>
            </a:r>
            <a:r>
              <a:rPr dirty="0" sz="33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75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33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204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3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100">
                <a:solidFill>
                  <a:srgbClr val="FFFFFF"/>
                </a:solidFill>
                <a:latin typeface="Lucida Sans Unicode"/>
                <a:cs typeface="Lucida Sans Unicode"/>
              </a:rPr>
              <a:t>Operational</a:t>
            </a:r>
            <a:r>
              <a:rPr dirty="0" sz="33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135">
                <a:solidFill>
                  <a:srgbClr val="FFFFFF"/>
                </a:solidFill>
                <a:latin typeface="Lucida Sans Unicode"/>
                <a:cs typeface="Lucida Sans Unicode"/>
              </a:rPr>
              <a:t>Recommendations</a:t>
            </a:r>
            <a:endParaRPr sz="3300">
              <a:latin typeface="Lucida Sans Unicode"/>
              <a:cs typeface="Lucida Sans Unicode"/>
            </a:endParaRPr>
          </a:p>
          <a:p>
            <a:pPr marL="533400" marR="5080">
              <a:lnSpc>
                <a:spcPct val="125000"/>
              </a:lnSpc>
              <a:spcBef>
                <a:spcPts val="2525"/>
              </a:spcBef>
            </a:pP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Focus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expanding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high-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performing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services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such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8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Lighting,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Home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Cinema,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Security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Lucida Sans Unicode"/>
                <a:cs typeface="Lucida Sans Unicode"/>
              </a:rPr>
              <a:t>Systems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maximize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growth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profitability.</a:t>
            </a:r>
            <a:endParaRPr sz="2400">
              <a:latin typeface="Lucida Sans Unicode"/>
              <a:cs typeface="Lucida Sans Unicode"/>
            </a:endParaRPr>
          </a:p>
          <a:p>
            <a:pPr marL="533400" marR="335915">
              <a:lnSpc>
                <a:spcPct val="125000"/>
              </a:lnSpc>
              <a:spcBef>
                <a:spcPts val="3600"/>
              </a:spcBef>
            </a:pPr>
            <a:r>
              <a:rPr dirty="0" sz="2400" spc="-35">
                <a:solidFill>
                  <a:srgbClr val="FFFFFF"/>
                </a:solidFill>
                <a:latin typeface="Lucida Sans Unicode"/>
                <a:cs typeface="Lucida Sans Unicode"/>
              </a:rPr>
              <a:t>Prioritize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premium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residential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segments,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especially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Penthouse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Villa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projects,</a:t>
            </a:r>
            <a:r>
              <a:rPr dirty="0" sz="24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8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4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they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Lucida Sans Unicode"/>
                <a:cs typeface="Lucida Sans Unicode"/>
              </a:rPr>
              <a:t>generate</a:t>
            </a:r>
            <a:r>
              <a:rPr dirty="0" sz="24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stronger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profitability</a:t>
            </a:r>
            <a:r>
              <a:rPr dirty="0" sz="24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40">
                <a:solidFill>
                  <a:srgbClr val="FFFFFF"/>
                </a:solidFill>
                <a:latin typeface="Lucida Sans Unicode"/>
                <a:cs typeface="Lucida Sans Unicode"/>
              </a:rPr>
              <a:t>compared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other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0">
                <a:solidFill>
                  <a:srgbClr val="FFFFFF"/>
                </a:solidFill>
                <a:latin typeface="Lucida Sans Unicode"/>
                <a:cs typeface="Lucida Sans Unicode"/>
              </a:rPr>
              <a:t>housing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types.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33400" marR="893444">
              <a:lnSpc>
                <a:spcPct val="125000"/>
              </a:lnSpc>
            </a:pP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Improve</a:t>
            </a:r>
            <a:r>
              <a:rPr dirty="0" sz="24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project</a:t>
            </a:r>
            <a:r>
              <a:rPr dirty="0" sz="24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5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installation</a:t>
            </a:r>
            <a:r>
              <a:rPr dirty="0" sz="24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scheduling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processes</a:t>
            </a:r>
            <a:r>
              <a:rPr dirty="0" sz="24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reduce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Lucida Sans Unicode"/>
                <a:cs typeface="Lucida Sans Unicode"/>
              </a:rPr>
              <a:t>delays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40">
                <a:solidFill>
                  <a:srgbClr val="FFFFFF"/>
                </a:solidFill>
                <a:latin typeface="Lucida Sans Unicode"/>
                <a:cs typeface="Lucida Sans Unicode"/>
              </a:rPr>
              <a:t>enhance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35">
                <a:solidFill>
                  <a:srgbClr val="FFFFFF"/>
                </a:solidFill>
                <a:latin typeface="Lucida Sans Unicode"/>
                <a:cs typeface="Lucida Sans Unicode"/>
              </a:rPr>
              <a:t>satisfaction.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5"/>
              <a:t>Strategic</a:t>
            </a:r>
            <a:r>
              <a:rPr dirty="0" spc="-290"/>
              <a:t> </a:t>
            </a:r>
            <a:r>
              <a:rPr dirty="0" spc="220"/>
              <a:t>Recommendations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783100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4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221036" y="0"/>
            <a:ext cx="67310" cy="45720"/>
          </a:xfrm>
          <a:custGeom>
            <a:avLst/>
            <a:gdLst/>
            <a:ahLst/>
            <a:cxnLst/>
            <a:rect l="l" t="t" r="r" b="b"/>
            <a:pathLst>
              <a:path w="67309" h="45720">
                <a:moveTo>
                  <a:pt x="0" y="0"/>
                </a:moveTo>
                <a:lnTo>
                  <a:pt x="66961" y="0"/>
                </a:lnTo>
                <a:lnTo>
                  <a:pt x="66961" y="43232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050922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440963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0169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491727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881770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27181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66184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711655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4562" y="410234"/>
            <a:ext cx="102941" cy="10295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8224591" y="410234"/>
            <a:ext cx="63500" cy="103505"/>
          </a:xfrm>
          <a:custGeom>
            <a:avLst/>
            <a:gdLst/>
            <a:ahLst/>
            <a:cxnLst/>
            <a:rect l="l" t="t" r="r" b="b"/>
            <a:pathLst>
              <a:path w="63500" h="103504">
                <a:moveTo>
                  <a:pt x="51476" y="0"/>
                </a:moveTo>
                <a:lnTo>
                  <a:pt x="63406" y="2414"/>
                </a:lnTo>
                <a:lnTo>
                  <a:pt x="63406" y="100538"/>
                </a:lnTo>
                <a:lnTo>
                  <a:pt x="51476" y="102952"/>
                </a:lnTo>
                <a:lnTo>
                  <a:pt x="31457" y="98901"/>
                </a:lnTo>
                <a:lnTo>
                  <a:pt x="15093" y="87859"/>
                </a:lnTo>
                <a:lnTo>
                  <a:pt x="4051" y="71495"/>
                </a:lnTo>
                <a:lnTo>
                  <a:pt x="0" y="51476"/>
                </a:lnTo>
                <a:lnTo>
                  <a:pt x="4051" y="31457"/>
                </a:lnTo>
                <a:lnTo>
                  <a:pt x="15093" y="15093"/>
                </a:lnTo>
                <a:lnTo>
                  <a:pt x="31457" y="4051"/>
                </a:lnTo>
                <a:lnTo>
                  <a:pt x="5147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4478" y="410234"/>
            <a:ext cx="102952" cy="1029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4519" y="410234"/>
            <a:ext cx="102952" cy="10295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5283" y="410234"/>
            <a:ext cx="102952" cy="10295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85326" y="410234"/>
            <a:ext cx="102952" cy="10295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5367" y="410234"/>
            <a:ext cx="102940" cy="10295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5398" y="410234"/>
            <a:ext cx="102952" cy="10295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40497" y="889632"/>
            <a:ext cx="91071" cy="9108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8230525" y="889632"/>
            <a:ext cx="57785" cy="91440"/>
          </a:xfrm>
          <a:custGeom>
            <a:avLst/>
            <a:gdLst/>
            <a:ahLst/>
            <a:cxnLst/>
            <a:rect l="l" t="t" r="r" b="b"/>
            <a:pathLst>
              <a:path w="57784" h="91440">
                <a:moveTo>
                  <a:pt x="45541" y="0"/>
                </a:moveTo>
                <a:lnTo>
                  <a:pt x="57471" y="2415"/>
                </a:lnTo>
                <a:lnTo>
                  <a:pt x="57471" y="88667"/>
                </a:lnTo>
                <a:lnTo>
                  <a:pt x="45541" y="91083"/>
                </a:lnTo>
                <a:lnTo>
                  <a:pt x="27833" y="87498"/>
                </a:lnTo>
                <a:lnTo>
                  <a:pt x="13355" y="77727"/>
                </a:lnTo>
                <a:lnTo>
                  <a:pt x="3585" y="63249"/>
                </a:lnTo>
                <a:lnTo>
                  <a:pt x="0" y="45541"/>
                </a:lnTo>
                <a:lnTo>
                  <a:pt x="3585" y="27833"/>
                </a:lnTo>
                <a:lnTo>
                  <a:pt x="13355" y="13355"/>
                </a:lnTo>
                <a:lnTo>
                  <a:pt x="27833" y="3585"/>
                </a:lnTo>
                <a:lnTo>
                  <a:pt x="45541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60412" y="889632"/>
            <a:ext cx="91083" cy="9108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50454" y="889632"/>
            <a:ext cx="91083" cy="9108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81302" y="889632"/>
            <a:ext cx="91071" cy="9108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71332" y="889632"/>
            <a:ext cx="91082" cy="9108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846431" y="1369030"/>
            <a:ext cx="79202" cy="7921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8236462" y="1369030"/>
            <a:ext cx="52069" cy="79375"/>
          </a:xfrm>
          <a:custGeom>
            <a:avLst/>
            <a:gdLst/>
            <a:ahLst/>
            <a:cxnLst/>
            <a:rect l="l" t="t" r="r" b="b"/>
            <a:pathLst>
              <a:path w="52069" h="79375">
                <a:moveTo>
                  <a:pt x="39606" y="0"/>
                </a:moveTo>
                <a:lnTo>
                  <a:pt x="51537" y="2414"/>
                </a:lnTo>
                <a:lnTo>
                  <a:pt x="51537" y="76798"/>
                </a:lnTo>
                <a:lnTo>
                  <a:pt x="39606" y="79213"/>
                </a:lnTo>
                <a:lnTo>
                  <a:pt x="24205" y="76096"/>
                </a:lnTo>
                <a:lnTo>
                  <a:pt x="11614" y="67599"/>
                </a:lnTo>
                <a:lnTo>
                  <a:pt x="3117" y="55008"/>
                </a:lnTo>
                <a:lnTo>
                  <a:pt x="0" y="39606"/>
                </a:lnTo>
                <a:lnTo>
                  <a:pt x="3117" y="24205"/>
                </a:lnTo>
                <a:lnTo>
                  <a:pt x="11614" y="11614"/>
                </a:lnTo>
                <a:lnTo>
                  <a:pt x="24205" y="3117"/>
                </a:lnTo>
                <a:lnTo>
                  <a:pt x="3960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66347" y="1369030"/>
            <a:ext cx="79213" cy="7921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6390" y="1369030"/>
            <a:ext cx="79213" cy="7921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52366" y="1848428"/>
            <a:ext cx="67332" cy="6734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8242393" y="1848426"/>
            <a:ext cx="45720" cy="67945"/>
          </a:xfrm>
          <a:custGeom>
            <a:avLst/>
            <a:gdLst/>
            <a:ahLst/>
            <a:cxnLst/>
            <a:rect l="l" t="t" r="r" b="b"/>
            <a:pathLst>
              <a:path w="45719" h="67944">
                <a:moveTo>
                  <a:pt x="29208" y="0"/>
                </a:moveTo>
                <a:lnTo>
                  <a:pt x="38139" y="0"/>
                </a:lnTo>
                <a:lnTo>
                  <a:pt x="42435" y="854"/>
                </a:lnTo>
                <a:lnTo>
                  <a:pt x="45604" y="2167"/>
                </a:lnTo>
                <a:lnTo>
                  <a:pt x="45604" y="65181"/>
                </a:lnTo>
                <a:lnTo>
                  <a:pt x="42435" y="66493"/>
                </a:lnTo>
                <a:lnTo>
                  <a:pt x="38139" y="67348"/>
                </a:lnTo>
                <a:lnTo>
                  <a:pt x="29208" y="67348"/>
                </a:lnTo>
                <a:lnTo>
                  <a:pt x="0" y="38139"/>
                </a:lnTo>
                <a:lnTo>
                  <a:pt x="0" y="29208"/>
                </a:lnTo>
                <a:lnTo>
                  <a:pt x="29208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9301" y="10113009"/>
            <a:ext cx="91083" cy="9108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270" y="10113009"/>
            <a:ext cx="91071" cy="910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228" y="10113009"/>
            <a:ext cx="91083" cy="9108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09499" y="10113009"/>
            <a:ext cx="91071" cy="910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19457" y="10113009"/>
            <a:ext cx="91083" cy="910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29415" y="10113009"/>
            <a:ext cx="91083" cy="910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39385" y="10113009"/>
            <a:ext cx="91071" cy="910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49343" y="10113009"/>
            <a:ext cx="91083" cy="910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89572" y="10113009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299530" y="10113009"/>
            <a:ext cx="91083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68694" y="10113009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78652" y="10113009"/>
            <a:ext cx="91082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5235" y="9645480"/>
            <a:ext cx="79213" cy="7921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5205" y="9645480"/>
            <a:ext cx="79202" cy="792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163" y="9645480"/>
            <a:ext cx="79213" cy="79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5434" y="9645480"/>
            <a:ext cx="79202" cy="79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5392" y="9645480"/>
            <a:ext cx="79213" cy="7921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35350" y="9645480"/>
            <a:ext cx="79213" cy="792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320" y="9645480"/>
            <a:ext cx="79202" cy="7921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55277" y="9645480"/>
            <a:ext cx="79213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95506" y="9645480"/>
            <a:ext cx="79213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05464" y="9645480"/>
            <a:ext cx="79213" cy="7921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1166" y="9177949"/>
            <a:ext cx="67348" cy="6734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1140" y="9177951"/>
            <a:ext cx="67333" cy="673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1095" y="9177949"/>
            <a:ext cx="67348" cy="6734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21369" y="9177951"/>
            <a:ext cx="67332" cy="6734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531325" y="9177949"/>
            <a:ext cx="67348" cy="67348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1283" y="9177949"/>
            <a:ext cx="67348" cy="6734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51254" y="9177951"/>
            <a:ext cx="67332" cy="6734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61212" y="9177949"/>
            <a:ext cx="67348" cy="67348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983042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3003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02967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153160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63118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73081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1629" y="3399136"/>
            <a:ext cx="104775" cy="104774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1629" y="5227936"/>
            <a:ext cx="104775" cy="10477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1629" y="6599536"/>
            <a:ext cx="104775" cy="104774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591279" y="2327040"/>
            <a:ext cx="11508740" cy="54229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600">
                <a:solidFill>
                  <a:srgbClr val="FFFFFF"/>
                </a:solidFill>
                <a:latin typeface="Lucida Sans Unicode"/>
                <a:cs typeface="Lucida Sans Unicode"/>
              </a:rPr>
              <a:t>1.</a:t>
            </a:r>
            <a:r>
              <a:rPr dirty="0" sz="33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75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dirty="0" sz="33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204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3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100">
                <a:solidFill>
                  <a:srgbClr val="FFFFFF"/>
                </a:solidFill>
                <a:latin typeface="Lucida Sans Unicode"/>
                <a:cs typeface="Lucida Sans Unicode"/>
              </a:rPr>
              <a:t>Operational</a:t>
            </a:r>
            <a:r>
              <a:rPr dirty="0" sz="33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135">
                <a:solidFill>
                  <a:srgbClr val="FFFFFF"/>
                </a:solidFill>
                <a:latin typeface="Lucida Sans Unicode"/>
                <a:cs typeface="Lucida Sans Unicode"/>
              </a:rPr>
              <a:t>Recommendations</a:t>
            </a:r>
            <a:endParaRPr sz="3300">
              <a:latin typeface="Lucida Sans Unicode"/>
              <a:cs typeface="Lucida Sans Unicode"/>
            </a:endParaRPr>
          </a:p>
          <a:p>
            <a:pPr marL="533400" marR="407034">
              <a:lnSpc>
                <a:spcPct val="125000"/>
              </a:lnSpc>
              <a:spcBef>
                <a:spcPts val="2525"/>
              </a:spcBef>
            </a:pP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Simplify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technical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Lucida Sans Unicode"/>
                <a:cs typeface="Lucida Sans Unicode"/>
              </a:rPr>
              <a:t>consultation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onboarding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processes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reduce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confusion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minimize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Lucida Sans Unicode"/>
                <a:cs typeface="Lucida Sans Unicode"/>
              </a:rPr>
              <a:t>deal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losses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0">
                <a:solidFill>
                  <a:srgbClr val="FFFFFF"/>
                </a:solidFill>
                <a:latin typeface="Lucida Sans Unicode"/>
                <a:cs typeface="Lucida Sans Unicode"/>
              </a:rPr>
              <a:t>caused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dirty="0" sz="24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technical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complexity.</a:t>
            </a:r>
            <a:endParaRPr sz="2400">
              <a:latin typeface="Lucida Sans Unicode"/>
              <a:cs typeface="Lucida Sans Unicode"/>
            </a:endParaRPr>
          </a:p>
          <a:p>
            <a:pPr marL="533400" marR="149860">
              <a:lnSpc>
                <a:spcPct val="125000"/>
              </a:lnSpc>
              <a:spcBef>
                <a:spcPts val="360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Expand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customization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capabilities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offer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more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flexible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Lucida Sans Unicode"/>
                <a:cs typeface="Lucida Sans Unicode"/>
              </a:rPr>
              <a:t>home </a:t>
            </a:r>
            <a:r>
              <a:rPr dirty="0" sz="2400" spc="145">
                <a:solidFill>
                  <a:srgbClr val="FFFFFF"/>
                </a:solidFill>
                <a:latin typeface="Lucida Sans Unicode"/>
                <a:cs typeface="Lucida Sans Unicode"/>
              </a:rPr>
              <a:t>packages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tailored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different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Lucida Sans Unicode"/>
                <a:cs typeface="Lucida Sans Unicode"/>
              </a:rPr>
              <a:t>needs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property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types.</a:t>
            </a:r>
            <a:endParaRPr sz="2400">
              <a:latin typeface="Lucida Sans Unicode"/>
              <a:cs typeface="Lucida Sans Unicode"/>
            </a:endParaRPr>
          </a:p>
          <a:p>
            <a:pPr marL="533400" marR="5080">
              <a:lnSpc>
                <a:spcPct val="125000"/>
              </a:lnSpc>
              <a:spcBef>
                <a:spcPts val="360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Position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5">
                <a:solidFill>
                  <a:srgbClr val="FFFFFF"/>
                </a:solidFill>
                <a:latin typeface="Lucida Sans Unicode"/>
                <a:cs typeface="Lucida Sans Unicode"/>
              </a:rPr>
              <a:t>company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8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3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premium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provider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35">
                <a:solidFill>
                  <a:srgbClr val="FFFFFF"/>
                </a:solidFill>
                <a:latin typeface="Lucida Sans Unicode"/>
                <a:cs typeface="Lucida Sans Unicode"/>
              </a:rPr>
              <a:t>delivers </a:t>
            </a:r>
            <a:r>
              <a:rPr dirty="0" sz="2400" spc="114">
                <a:solidFill>
                  <a:srgbClr val="FFFFFF"/>
                </a:solidFill>
                <a:latin typeface="Lucida Sans Unicode"/>
                <a:cs typeface="Lucida Sans Unicode"/>
              </a:rPr>
              <a:t>German-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quality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solutions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strong</a:t>
            </a:r>
            <a:r>
              <a:rPr dirty="0" sz="2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Lucida Sans Unicode"/>
                <a:cs typeface="Lucida Sans Unicode"/>
              </a:rPr>
              <a:t>value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35">
                <a:solidFill>
                  <a:srgbClr val="FFFFFF"/>
                </a:solidFill>
                <a:latin typeface="Lucida Sans Unicode"/>
                <a:cs typeface="Lucida Sans Unicode"/>
              </a:rPr>
              <a:t>money</a:t>
            </a:r>
            <a:r>
              <a:rPr dirty="0" sz="2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through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 its </a:t>
            </a:r>
            <a:r>
              <a:rPr dirty="0" sz="2400" spc="55">
                <a:solidFill>
                  <a:srgbClr val="FFFFFF"/>
                </a:solidFill>
                <a:latin typeface="Lucida Sans Unicode"/>
                <a:cs typeface="Lucida Sans Unicode"/>
              </a:rPr>
              <a:t>partnership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Morgin.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73" name="object 7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689752" y="3061149"/>
            <a:ext cx="4571999" cy="51149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5"/>
              <a:t>Strategic</a:t>
            </a:r>
            <a:r>
              <a:rPr dirty="0" spc="-290"/>
              <a:t> </a:t>
            </a:r>
            <a:r>
              <a:rPr dirty="0" spc="220"/>
              <a:t>Recommendations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783100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4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221036" y="0"/>
            <a:ext cx="67310" cy="45720"/>
          </a:xfrm>
          <a:custGeom>
            <a:avLst/>
            <a:gdLst/>
            <a:ahLst/>
            <a:cxnLst/>
            <a:rect l="l" t="t" r="r" b="b"/>
            <a:pathLst>
              <a:path w="67309" h="45720">
                <a:moveTo>
                  <a:pt x="0" y="0"/>
                </a:moveTo>
                <a:lnTo>
                  <a:pt x="66961" y="0"/>
                </a:lnTo>
                <a:lnTo>
                  <a:pt x="66961" y="43232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050922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440963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0169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491727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881770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27181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66184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711655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4562" y="410234"/>
            <a:ext cx="102941" cy="10295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8224591" y="410234"/>
            <a:ext cx="63500" cy="103505"/>
          </a:xfrm>
          <a:custGeom>
            <a:avLst/>
            <a:gdLst/>
            <a:ahLst/>
            <a:cxnLst/>
            <a:rect l="l" t="t" r="r" b="b"/>
            <a:pathLst>
              <a:path w="63500" h="103504">
                <a:moveTo>
                  <a:pt x="51476" y="0"/>
                </a:moveTo>
                <a:lnTo>
                  <a:pt x="63406" y="2414"/>
                </a:lnTo>
                <a:lnTo>
                  <a:pt x="63406" y="100538"/>
                </a:lnTo>
                <a:lnTo>
                  <a:pt x="51476" y="102952"/>
                </a:lnTo>
                <a:lnTo>
                  <a:pt x="31457" y="98901"/>
                </a:lnTo>
                <a:lnTo>
                  <a:pt x="15093" y="87859"/>
                </a:lnTo>
                <a:lnTo>
                  <a:pt x="4051" y="71495"/>
                </a:lnTo>
                <a:lnTo>
                  <a:pt x="0" y="51476"/>
                </a:lnTo>
                <a:lnTo>
                  <a:pt x="4051" y="31457"/>
                </a:lnTo>
                <a:lnTo>
                  <a:pt x="15093" y="15093"/>
                </a:lnTo>
                <a:lnTo>
                  <a:pt x="31457" y="4051"/>
                </a:lnTo>
                <a:lnTo>
                  <a:pt x="5147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4478" y="410234"/>
            <a:ext cx="102952" cy="1029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4519" y="410234"/>
            <a:ext cx="102952" cy="10295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5283" y="410234"/>
            <a:ext cx="102952" cy="10295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85326" y="410234"/>
            <a:ext cx="102952" cy="10295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5367" y="410234"/>
            <a:ext cx="102940" cy="10295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5398" y="410234"/>
            <a:ext cx="102952" cy="10295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40497" y="889632"/>
            <a:ext cx="91071" cy="9108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8230525" y="889632"/>
            <a:ext cx="57785" cy="91440"/>
          </a:xfrm>
          <a:custGeom>
            <a:avLst/>
            <a:gdLst/>
            <a:ahLst/>
            <a:cxnLst/>
            <a:rect l="l" t="t" r="r" b="b"/>
            <a:pathLst>
              <a:path w="57784" h="91440">
                <a:moveTo>
                  <a:pt x="45541" y="0"/>
                </a:moveTo>
                <a:lnTo>
                  <a:pt x="57471" y="2415"/>
                </a:lnTo>
                <a:lnTo>
                  <a:pt x="57471" y="88667"/>
                </a:lnTo>
                <a:lnTo>
                  <a:pt x="45541" y="91083"/>
                </a:lnTo>
                <a:lnTo>
                  <a:pt x="27833" y="87498"/>
                </a:lnTo>
                <a:lnTo>
                  <a:pt x="13355" y="77727"/>
                </a:lnTo>
                <a:lnTo>
                  <a:pt x="3585" y="63249"/>
                </a:lnTo>
                <a:lnTo>
                  <a:pt x="0" y="45541"/>
                </a:lnTo>
                <a:lnTo>
                  <a:pt x="3585" y="27833"/>
                </a:lnTo>
                <a:lnTo>
                  <a:pt x="13355" y="13355"/>
                </a:lnTo>
                <a:lnTo>
                  <a:pt x="27833" y="3585"/>
                </a:lnTo>
                <a:lnTo>
                  <a:pt x="45541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60412" y="889632"/>
            <a:ext cx="91083" cy="9108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50454" y="889632"/>
            <a:ext cx="91083" cy="9108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81302" y="889632"/>
            <a:ext cx="91071" cy="9108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71332" y="889632"/>
            <a:ext cx="91082" cy="9108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846431" y="1369030"/>
            <a:ext cx="79202" cy="7921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8236462" y="1369030"/>
            <a:ext cx="52069" cy="79375"/>
          </a:xfrm>
          <a:custGeom>
            <a:avLst/>
            <a:gdLst/>
            <a:ahLst/>
            <a:cxnLst/>
            <a:rect l="l" t="t" r="r" b="b"/>
            <a:pathLst>
              <a:path w="52069" h="79375">
                <a:moveTo>
                  <a:pt x="39606" y="0"/>
                </a:moveTo>
                <a:lnTo>
                  <a:pt x="51537" y="2414"/>
                </a:lnTo>
                <a:lnTo>
                  <a:pt x="51537" y="76798"/>
                </a:lnTo>
                <a:lnTo>
                  <a:pt x="39606" y="79213"/>
                </a:lnTo>
                <a:lnTo>
                  <a:pt x="24205" y="76096"/>
                </a:lnTo>
                <a:lnTo>
                  <a:pt x="11614" y="67599"/>
                </a:lnTo>
                <a:lnTo>
                  <a:pt x="3117" y="55008"/>
                </a:lnTo>
                <a:lnTo>
                  <a:pt x="0" y="39606"/>
                </a:lnTo>
                <a:lnTo>
                  <a:pt x="3117" y="24205"/>
                </a:lnTo>
                <a:lnTo>
                  <a:pt x="11614" y="11614"/>
                </a:lnTo>
                <a:lnTo>
                  <a:pt x="24205" y="3117"/>
                </a:lnTo>
                <a:lnTo>
                  <a:pt x="3960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66347" y="1369030"/>
            <a:ext cx="79213" cy="7921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6390" y="1369030"/>
            <a:ext cx="79213" cy="7921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52366" y="1848428"/>
            <a:ext cx="67332" cy="6734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8242393" y="1848426"/>
            <a:ext cx="45720" cy="67945"/>
          </a:xfrm>
          <a:custGeom>
            <a:avLst/>
            <a:gdLst/>
            <a:ahLst/>
            <a:cxnLst/>
            <a:rect l="l" t="t" r="r" b="b"/>
            <a:pathLst>
              <a:path w="45719" h="67944">
                <a:moveTo>
                  <a:pt x="29208" y="0"/>
                </a:moveTo>
                <a:lnTo>
                  <a:pt x="38139" y="0"/>
                </a:lnTo>
                <a:lnTo>
                  <a:pt x="42435" y="854"/>
                </a:lnTo>
                <a:lnTo>
                  <a:pt x="45604" y="2167"/>
                </a:lnTo>
                <a:lnTo>
                  <a:pt x="45604" y="65181"/>
                </a:lnTo>
                <a:lnTo>
                  <a:pt x="42435" y="66493"/>
                </a:lnTo>
                <a:lnTo>
                  <a:pt x="38139" y="67348"/>
                </a:lnTo>
                <a:lnTo>
                  <a:pt x="29208" y="67348"/>
                </a:lnTo>
                <a:lnTo>
                  <a:pt x="0" y="38139"/>
                </a:lnTo>
                <a:lnTo>
                  <a:pt x="0" y="29208"/>
                </a:lnTo>
                <a:lnTo>
                  <a:pt x="29208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9301" y="10113009"/>
            <a:ext cx="91083" cy="9108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270" y="10113009"/>
            <a:ext cx="91071" cy="910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228" y="10113009"/>
            <a:ext cx="91083" cy="9108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09499" y="10113009"/>
            <a:ext cx="91071" cy="910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19457" y="10113009"/>
            <a:ext cx="91083" cy="910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29415" y="10113009"/>
            <a:ext cx="91083" cy="910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39385" y="10113009"/>
            <a:ext cx="91071" cy="910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49343" y="10113009"/>
            <a:ext cx="91083" cy="910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89572" y="10113009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299530" y="10113009"/>
            <a:ext cx="91083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68694" y="10113009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78652" y="10113009"/>
            <a:ext cx="91082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5235" y="9645480"/>
            <a:ext cx="79213" cy="7921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5205" y="9645480"/>
            <a:ext cx="79202" cy="792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163" y="9645480"/>
            <a:ext cx="79213" cy="79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5434" y="9645480"/>
            <a:ext cx="79202" cy="79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5392" y="9645480"/>
            <a:ext cx="79213" cy="7921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35350" y="9645480"/>
            <a:ext cx="79213" cy="792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320" y="9645480"/>
            <a:ext cx="79202" cy="7921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55277" y="9645480"/>
            <a:ext cx="79213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95506" y="9645480"/>
            <a:ext cx="79213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05464" y="9645480"/>
            <a:ext cx="79213" cy="7921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1166" y="9177949"/>
            <a:ext cx="67348" cy="6734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1140" y="9177951"/>
            <a:ext cx="67333" cy="673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1095" y="9177949"/>
            <a:ext cx="67348" cy="6734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21369" y="9177951"/>
            <a:ext cx="67332" cy="6734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531325" y="9177949"/>
            <a:ext cx="67348" cy="67348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1283" y="9177949"/>
            <a:ext cx="67348" cy="6734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51254" y="9177951"/>
            <a:ext cx="67332" cy="6734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61212" y="9177949"/>
            <a:ext cx="67348" cy="67348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983042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3003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02967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153160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63118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73081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087785" y="3670204"/>
            <a:ext cx="4429124" cy="3990974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51629" y="3031417"/>
            <a:ext cx="104775" cy="10477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51629" y="4403017"/>
            <a:ext cx="104775" cy="10477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51629" y="6231817"/>
            <a:ext cx="104775" cy="10477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51629" y="7603417"/>
            <a:ext cx="104775" cy="104774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614481" y="1940662"/>
            <a:ext cx="12306300" cy="63563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75">
                <a:solidFill>
                  <a:srgbClr val="FFFFFF"/>
                </a:solidFill>
                <a:latin typeface="Lucida Sans Unicode"/>
                <a:cs typeface="Lucida Sans Unicode"/>
              </a:rPr>
              <a:t>2.</a:t>
            </a:r>
            <a:r>
              <a:rPr dirty="0" sz="3300" spc="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65">
                <a:solidFill>
                  <a:srgbClr val="FFFFFF"/>
                </a:solidFill>
                <a:latin typeface="Lucida Sans Unicode"/>
                <a:cs typeface="Lucida Sans Unicode"/>
              </a:rPr>
              <a:t>Marketing</a:t>
            </a:r>
            <a:r>
              <a:rPr dirty="0" sz="33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135">
                <a:solidFill>
                  <a:srgbClr val="FFFFFF"/>
                </a:solidFill>
                <a:latin typeface="Lucida Sans Unicode"/>
                <a:cs typeface="Lucida Sans Unicode"/>
              </a:rPr>
              <a:t>Recommendations</a:t>
            </a:r>
            <a:endParaRPr sz="3300">
              <a:latin typeface="Lucida Sans Unicode"/>
              <a:cs typeface="Lucida Sans Unicode"/>
            </a:endParaRPr>
          </a:p>
          <a:p>
            <a:pPr marL="509905" marR="477520">
              <a:lnSpc>
                <a:spcPct val="125000"/>
              </a:lnSpc>
              <a:spcBef>
                <a:spcPts val="2670"/>
              </a:spcBef>
            </a:pP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Increase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investment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Google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Ads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0">
                <a:solidFill>
                  <a:srgbClr val="FFFFFF"/>
                </a:solidFill>
                <a:latin typeface="Lucida Sans Unicode"/>
                <a:cs typeface="Lucida Sans Unicode"/>
              </a:rPr>
              <a:t>campaigns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8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they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demonstrated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0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strongest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profitability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among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all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Lucida Sans Unicode"/>
                <a:cs typeface="Lucida Sans Unicode"/>
              </a:rPr>
              <a:t>lead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sources.</a:t>
            </a:r>
            <a:endParaRPr sz="2400">
              <a:latin typeface="Lucida Sans Unicode"/>
              <a:cs typeface="Lucida Sans Unicode"/>
            </a:endParaRPr>
          </a:p>
          <a:p>
            <a:pPr marL="509905" marR="414655">
              <a:lnSpc>
                <a:spcPct val="125000"/>
              </a:lnSpc>
              <a:spcBef>
                <a:spcPts val="360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Re-optimize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lower-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performing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marketing</a:t>
            </a:r>
            <a:r>
              <a:rPr dirty="0" sz="24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Lucida Sans Unicode"/>
                <a:cs typeface="Lucida Sans Unicode"/>
              </a:rPr>
              <a:t>channels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such</a:t>
            </a:r>
            <a:r>
              <a:rPr dirty="0" sz="24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8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TikTok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35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Referral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0">
                <a:solidFill>
                  <a:srgbClr val="FFFFFF"/>
                </a:solidFill>
                <a:latin typeface="Lucida Sans Unicode"/>
                <a:cs typeface="Lucida Sans Unicode"/>
              </a:rPr>
              <a:t>campaigns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through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improved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Lucida Sans Unicode"/>
                <a:cs typeface="Lucida Sans Unicode"/>
              </a:rPr>
              <a:t>audience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targeting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5">
                <a:solidFill>
                  <a:srgbClr val="FFFFFF"/>
                </a:solidFill>
                <a:latin typeface="Lucida Sans Unicode"/>
                <a:cs typeface="Lucida Sans Unicode"/>
              </a:rPr>
              <a:t>campaign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strategies.</a:t>
            </a:r>
            <a:endParaRPr sz="2400">
              <a:latin typeface="Lucida Sans Unicode"/>
              <a:cs typeface="Lucida Sans Unicode"/>
            </a:endParaRPr>
          </a:p>
          <a:p>
            <a:pPr marL="509905" marR="440690">
              <a:lnSpc>
                <a:spcPct val="125000"/>
              </a:lnSpc>
              <a:spcBef>
                <a:spcPts val="3600"/>
              </a:spcBef>
            </a:pP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Concentrate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marketing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efforts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high-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performing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cities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such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8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Lucida Sans Unicode"/>
                <a:cs typeface="Lucida Sans Unicode"/>
              </a:rPr>
              <a:t>Madinah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Riyadh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maximize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return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advertising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0">
                <a:solidFill>
                  <a:srgbClr val="FFFFFF"/>
                </a:solidFill>
                <a:latin typeface="Lucida Sans Unicode"/>
                <a:cs typeface="Lucida Sans Unicode"/>
              </a:rPr>
              <a:t>spend.</a:t>
            </a:r>
            <a:endParaRPr sz="2400">
              <a:latin typeface="Lucida Sans Unicode"/>
              <a:cs typeface="Lucida Sans Unicode"/>
            </a:endParaRPr>
          </a:p>
          <a:p>
            <a:pPr marL="509905" marR="5080">
              <a:lnSpc>
                <a:spcPct val="125000"/>
              </a:lnSpc>
              <a:spcBef>
                <a:spcPts val="3600"/>
              </a:spcBef>
            </a:pP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Develop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targeted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0">
                <a:solidFill>
                  <a:srgbClr val="FFFFFF"/>
                </a:solidFill>
                <a:latin typeface="Lucida Sans Unicode"/>
                <a:cs typeface="Lucida Sans Unicode"/>
              </a:rPr>
              <a:t>campaigns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focused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Lighting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solutions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since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they </a:t>
            </a:r>
            <a:r>
              <a:rPr dirty="0" sz="2400" spc="55">
                <a:solidFill>
                  <a:srgbClr val="FFFFFF"/>
                </a:solidFill>
                <a:latin typeface="Lucida Sans Unicode"/>
                <a:cs typeface="Lucida Sans Unicode"/>
              </a:rPr>
              <a:t>represent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Lucida Sans Unicode"/>
                <a:cs typeface="Lucida Sans Unicode"/>
              </a:rPr>
              <a:t>company’s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highest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revenue-generating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service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category.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5"/>
              <a:t>Strategic</a:t>
            </a:r>
            <a:r>
              <a:rPr dirty="0" spc="-290"/>
              <a:t> </a:t>
            </a:r>
            <a:r>
              <a:rPr dirty="0" spc="220"/>
              <a:t>Recommendations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783100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4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221036" y="0"/>
            <a:ext cx="67310" cy="45720"/>
          </a:xfrm>
          <a:custGeom>
            <a:avLst/>
            <a:gdLst/>
            <a:ahLst/>
            <a:cxnLst/>
            <a:rect l="l" t="t" r="r" b="b"/>
            <a:pathLst>
              <a:path w="67309" h="45720">
                <a:moveTo>
                  <a:pt x="0" y="0"/>
                </a:moveTo>
                <a:lnTo>
                  <a:pt x="66961" y="0"/>
                </a:lnTo>
                <a:lnTo>
                  <a:pt x="66961" y="43232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050922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440963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01696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491727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881770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27181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52" y="0"/>
                </a:lnTo>
                <a:lnTo>
                  <a:pt x="107913" y="10570"/>
                </a:lnTo>
                <a:lnTo>
                  <a:pt x="95602" y="28817"/>
                </a:lnTo>
                <a:lnTo>
                  <a:pt x="77355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661841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711655" y="0"/>
            <a:ext cx="110489" cy="45720"/>
          </a:xfrm>
          <a:custGeom>
            <a:avLst/>
            <a:gdLst/>
            <a:ahLst/>
            <a:cxnLst/>
            <a:rect l="l" t="t" r="r" b="b"/>
            <a:pathLst>
              <a:path w="110490" h="45720">
                <a:moveTo>
                  <a:pt x="0" y="0"/>
                </a:moveTo>
                <a:lnTo>
                  <a:pt x="110063" y="0"/>
                </a:lnTo>
                <a:lnTo>
                  <a:pt x="107923" y="10570"/>
                </a:lnTo>
                <a:lnTo>
                  <a:pt x="95607" y="28817"/>
                </a:lnTo>
                <a:lnTo>
                  <a:pt x="77356" y="41129"/>
                </a:lnTo>
                <a:lnTo>
                  <a:pt x="55031" y="45646"/>
                </a:lnTo>
                <a:lnTo>
                  <a:pt x="32706" y="41129"/>
                </a:lnTo>
                <a:lnTo>
                  <a:pt x="14455" y="28817"/>
                </a:lnTo>
                <a:lnTo>
                  <a:pt x="2139" y="10570"/>
                </a:lnTo>
                <a:lnTo>
                  <a:pt x="0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4562" y="410234"/>
            <a:ext cx="102941" cy="10295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8224591" y="410234"/>
            <a:ext cx="63500" cy="103505"/>
          </a:xfrm>
          <a:custGeom>
            <a:avLst/>
            <a:gdLst/>
            <a:ahLst/>
            <a:cxnLst/>
            <a:rect l="l" t="t" r="r" b="b"/>
            <a:pathLst>
              <a:path w="63500" h="103504">
                <a:moveTo>
                  <a:pt x="51476" y="0"/>
                </a:moveTo>
                <a:lnTo>
                  <a:pt x="63406" y="2414"/>
                </a:lnTo>
                <a:lnTo>
                  <a:pt x="63406" y="100538"/>
                </a:lnTo>
                <a:lnTo>
                  <a:pt x="51476" y="102952"/>
                </a:lnTo>
                <a:lnTo>
                  <a:pt x="31457" y="98901"/>
                </a:lnTo>
                <a:lnTo>
                  <a:pt x="15093" y="87859"/>
                </a:lnTo>
                <a:lnTo>
                  <a:pt x="4051" y="71495"/>
                </a:lnTo>
                <a:lnTo>
                  <a:pt x="0" y="51476"/>
                </a:lnTo>
                <a:lnTo>
                  <a:pt x="4051" y="31457"/>
                </a:lnTo>
                <a:lnTo>
                  <a:pt x="15093" y="15093"/>
                </a:lnTo>
                <a:lnTo>
                  <a:pt x="31457" y="4051"/>
                </a:lnTo>
                <a:lnTo>
                  <a:pt x="5147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4478" y="410234"/>
            <a:ext cx="102952" cy="1029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4519" y="410234"/>
            <a:ext cx="102952" cy="10295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5283" y="410234"/>
            <a:ext cx="102952" cy="10295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85326" y="410234"/>
            <a:ext cx="102952" cy="10295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5367" y="410234"/>
            <a:ext cx="102940" cy="10295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5398" y="410234"/>
            <a:ext cx="102952" cy="10295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40497" y="889632"/>
            <a:ext cx="91071" cy="9108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8230525" y="889632"/>
            <a:ext cx="57785" cy="91440"/>
          </a:xfrm>
          <a:custGeom>
            <a:avLst/>
            <a:gdLst/>
            <a:ahLst/>
            <a:cxnLst/>
            <a:rect l="l" t="t" r="r" b="b"/>
            <a:pathLst>
              <a:path w="57784" h="91440">
                <a:moveTo>
                  <a:pt x="45541" y="0"/>
                </a:moveTo>
                <a:lnTo>
                  <a:pt x="57471" y="2415"/>
                </a:lnTo>
                <a:lnTo>
                  <a:pt x="57471" y="88667"/>
                </a:lnTo>
                <a:lnTo>
                  <a:pt x="45541" y="91083"/>
                </a:lnTo>
                <a:lnTo>
                  <a:pt x="27833" y="87498"/>
                </a:lnTo>
                <a:lnTo>
                  <a:pt x="13355" y="77727"/>
                </a:lnTo>
                <a:lnTo>
                  <a:pt x="3585" y="63249"/>
                </a:lnTo>
                <a:lnTo>
                  <a:pt x="0" y="45541"/>
                </a:lnTo>
                <a:lnTo>
                  <a:pt x="3585" y="27833"/>
                </a:lnTo>
                <a:lnTo>
                  <a:pt x="13355" y="13355"/>
                </a:lnTo>
                <a:lnTo>
                  <a:pt x="27833" y="3585"/>
                </a:lnTo>
                <a:lnTo>
                  <a:pt x="45541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60412" y="889632"/>
            <a:ext cx="91083" cy="9108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50454" y="889632"/>
            <a:ext cx="91083" cy="9108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81302" y="889632"/>
            <a:ext cx="91071" cy="9108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71332" y="889632"/>
            <a:ext cx="91082" cy="9108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846431" y="1369030"/>
            <a:ext cx="79202" cy="7921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8236462" y="1369030"/>
            <a:ext cx="52069" cy="79375"/>
          </a:xfrm>
          <a:custGeom>
            <a:avLst/>
            <a:gdLst/>
            <a:ahLst/>
            <a:cxnLst/>
            <a:rect l="l" t="t" r="r" b="b"/>
            <a:pathLst>
              <a:path w="52069" h="79375">
                <a:moveTo>
                  <a:pt x="39606" y="0"/>
                </a:moveTo>
                <a:lnTo>
                  <a:pt x="51537" y="2414"/>
                </a:lnTo>
                <a:lnTo>
                  <a:pt x="51537" y="76798"/>
                </a:lnTo>
                <a:lnTo>
                  <a:pt x="39606" y="79213"/>
                </a:lnTo>
                <a:lnTo>
                  <a:pt x="24205" y="76096"/>
                </a:lnTo>
                <a:lnTo>
                  <a:pt x="11614" y="67599"/>
                </a:lnTo>
                <a:lnTo>
                  <a:pt x="3117" y="55008"/>
                </a:lnTo>
                <a:lnTo>
                  <a:pt x="0" y="39606"/>
                </a:lnTo>
                <a:lnTo>
                  <a:pt x="3117" y="24205"/>
                </a:lnTo>
                <a:lnTo>
                  <a:pt x="11614" y="11614"/>
                </a:lnTo>
                <a:lnTo>
                  <a:pt x="24205" y="3117"/>
                </a:lnTo>
                <a:lnTo>
                  <a:pt x="39606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66347" y="1369030"/>
            <a:ext cx="79213" cy="7921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6390" y="1369030"/>
            <a:ext cx="79213" cy="7921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52366" y="1848428"/>
            <a:ext cx="67332" cy="6734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8242393" y="1848426"/>
            <a:ext cx="45720" cy="67945"/>
          </a:xfrm>
          <a:custGeom>
            <a:avLst/>
            <a:gdLst/>
            <a:ahLst/>
            <a:cxnLst/>
            <a:rect l="l" t="t" r="r" b="b"/>
            <a:pathLst>
              <a:path w="45719" h="67944">
                <a:moveTo>
                  <a:pt x="29208" y="0"/>
                </a:moveTo>
                <a:lnTo>
                  <a:pt x="38139" y="0"/>
                </a:lnTo>
                <a:lnTo>
                  <a:pt x="42435" y="854"/>
                </a:lnTo>
                <a:lnTo>
                  <a:pt x="45604" y="2167"/>
                </a:lnTo>
                <a:lnTo>
                  <a:pt x="45604" y="65181"/>
                </a:lnTo>
                <a:lnTo>
                  <a:pt x="42435" y="66493"/>
                </a:lnTo>
                <a:lnTo>
                  <a:pt x="38139" y="67348"/>
                </a:lnTo>
                <a:lnTo>
                  <a:pt x="29208" y="67348"/>
                </a:lnTo>
                <a:lnTo>
                  <a:pt x="0" y="38139"/>
                </a:lnTo>
                <a:lnTo>
                  <a:pt x="0" y="29208"/>
                </a:lnTo>
                <a:lnTo>
                  <a:pt x="29208" y="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9301" y="10113009"/>
            <a:ext cx="91083" cy="9108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270" y="10113009"/>
            <a:ext cx="91071" cy="910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228" y="10113009"/>
            <a:ext cx="91083" cy="9108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09499" y="10113009"/>
            <a:ext cx="91071" cy="910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19457" y="10113009"/>
            <a:ext cx="91083" cy="910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29415" y="10113009"/>
            <a:ext cx="91083" cy="9108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39385" y="10113009"/>
            <a:ext cx="91071" cy="910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49343" y="10113009"/>
            <a:ext cx="91083" cy="910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89572" y="10113009"/>
            <a:ext cx="91083" cy="910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299530" y="10113009"/>
            <a:ext cx="91083" cy="9108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68694" y="10113009"/>
            <a:ext cx="91071" cy="9108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78652" y="10113009"/>
            <a:ext cx="91082" cy="9108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5235" y="9645480"/>
            <a:ext cx="79213" cy="7921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5205" y="9645480"/>
            <a:ext cx="79202" cy="792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163" y="9645480"/>
            <a:ext cx="79213" cy="792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15434" y="9645480"/>
            <a:ext cx="79202" cy="79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5392" y="9645480"/>
            <a:ext cx="79213" cy="7921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35350" y="9645480"/>
            <a:ext cx="79213" cy="792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5320" y="9645480"/>
            <a:ext cx="79202" cy="7921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55277" y="9645480"/>
            <a:ext cx="79213" cy="7921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95506" y="9645480"/>
            <a:ext cx="79213" cy="792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05464" y="9645480"/>
            <a:ext cx="79213" cy="7921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1166" y="9177949"/>
            <a:ext cx="67348" cy="6734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1140" y="9177951"/>
            <a:ext cx="67333" cy="673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1095" y="9177949"/>
            <a:ext cx="67348" cy="6734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21369" y="9177951"/>
            <a:ext cx="67332" cy="6734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531325" y="9177949"/>
            <a:ext cx="67348" cy="67348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1283" y="9177949"/>
            <a:ext cx="67348" cy="6734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51254" y="9177951"/>
            <a:ext cx="67332" cy="6734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61212" y="9177949"/>
            <a:ext cx="67348" cy="67348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983042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0" y="0"/>
                </a:lnTo>
                <a:lnTo>
                  <a:pt x="30286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6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3003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7" y="1713"/>
                </a:lnTo>
                <a:lnTo>
                  <a:pt x="37216" y="6385"/>
                </a:lnTo>
                <a:lnTo>
                  <a:pt x="41889" y="13315"/>
                </a:lnTo>
                <a:lnTo>
                  <a:pt x="43602" y="21801"/>
                </a:lnTo>
                <a:lnTo>
                  <a:pt x="41889" y="30286"/>
                </a:lnTo>
                <a:lnTo>
                  <a:pt x="37216" y="37215"/>
                </a:lnTo>
                <a:lnTo>
                  <a:pt x="30287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02967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7" y="13315"/>
                </a:lnTo>
                <a:lnTo>
                  <a:pt x="43600" y="21801"/>
                </a:lnTo>
                <a:lnTo>
                  <a:pt x="41887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153160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797" y="43600"/>
                </a:moveTo>
                <a:lnTo>
                  <a:pt x="13311" y="41887"/>
                </a:lnTo>
                <a:lnTo>
                  <a:pt x="6383" y="37215"/>
                </a:lnTo>
                <a:lnTo>
                  <a:pt x="1712" y="30286"/>
                </a:lnTo>
                <a:lnTo>
                  <a:pt x="0" y="21801"/>
                </a:lnTo>
                <a:lnTo>
                  <a:pt x="1712" y="13315"/>
                </a:lnTo>
                <a:lnTo>
                  <a:pt x="6383" y="6385"/>
                </a:lnTo>
                <a:lnTo>
                  <a:pt x="13311" y="1713"/>
                </a:lnTo>
                <a:lnTo>
                  <a:pt x="21797" y="0"/>
                </a:lnTo>
                <a:lnTo>
                  <a:pt x="30284" y="1713"/>
                </a:lnTo>
                <a:lnTo>
                  <a:pt x="37214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4" y="37215"/>
                </a:lnTo>
                <a:lnTo>
                  <a:pt x="30284" y="41887"/>
                </a:lnTo>
                <a:lnTo>
                  <a:pt x="21797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63118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4" h="43815">
                <a:moveTo>
                  <a:pt x="21802" y="43600"/>
                </a:moveTo>
                <a:lnTo>
                  <a:pt x="13315" y="41887"/>
                </a:lnTo>
                <a:lnTo>
                  <a:pt x="6385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5" y="6385"/>
                </a:lnTo>
                <a:lnTo>
                  <a:pt x="13315" y="1713"/>
                </a:lnTo>
                <a:lnTo>
                  <a:pt x="21802" y="0"/>
                </a:lnTo>
                <a:lnTo>
                  <a:pt x="30289" y="1713"/>
                </a:lnTo>
                <a:lnTo>
                  <a:pt x="37219" y="6385"/>
                </a:lnTo>
                <a:lnTo>
                  <a:pt x="41892" y="13315"/>
                </a:lnTo>
                <a:lnTo>
                  <a:pt x="43605" y="21801"/>
                </a:lnTo>
                <a:lnTo>
                  <a:pt x="41892" y="30286"/>
                </a:lnTo>
                <a:lnTo>
                  <a:pt x="37219" y="37215"/>
                </a:lnTo>
                <a:lnTo>
                  <a:pt x="30289" y="41887"/>
                </a:lnTo>
                <a:lnTo>
                  <a:pt x="21802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73081" y="8716357"/>
            <a:ext cx="43815" cy="43815"/>
          </a:xfrm>
          <a:custGeom>
            <a:avLst/>
            <a:gdLst/>
            <a:ahLst/>
            <a:cxnLst/>
            <a:rect l="l" t="t" r="r" b="b"/>
            <a:pathLst>
              <a:path w="43815" h="43815">
                <a:moveTo>
                  <a:pt x="21800" y="43600"/>
                </a:moveTo>
                <a:lnTo>
                  <a:pt x="13314" y="41887"/>
                </a:lnTo>
                <a:lnTo>
                  <a:pt x="6384" y="37215"/>
                </a:lnTo>
                <a:lnTo>
                  <a:pt x="1713" y="30286"/>
                </a:lnTo>
                <a:lnTo>
                  <a:pt x="0" y="21801"/>
                </a:lnTo>
                <a:lnTo>
                  <a:pt x="1713" y="13315"/>
                </a:lnTo>
                <a:lnTo>
                  <a:pt x="6384" y="6385"/>
                </a:lnTo>
                <a:lnTo>
                  <a:pt x="13314" y="1713"/>
                </a:lnTo>
                <a:lnTo>
                  <a:pt x="21800" y="0"/>
                </a:lnTo>
                <a:lnTo>
                  <a:pt x="30285" y="1713"/>
                </a:lnTo>
                <a:lnTo>
                  <a:pt x="37215" y="6385"/>
                </a:lnTo>
                <a:lnTo>
                  <a:pt x="41886" y="13315"/>
                </a:lnTo>
                <a:lnTo>
                  <a:pt x="43600" y="21801"/>
                </a:lnTo>
                <a:lnTo>
                  <a:pt x="41886" y="30286"/>
                </a:lnTo>
                <a:lnTo>
                  <a:pt x="37215" y="37215"/>
                </a:lnTo>
                <a:lnTo>
                  <a:pt x="30285" y="41887"/>
                </a:lnTo>
                <a:lnTo>
                  <a:pt x="21800" y="43600"/>
                </a:lnTo>
                <a:close/>
              </a:path>
            </a:pathLst>
          </a:custGeom>
          <a:solidFill>
            <a:srgbClr val="F4F4F4">
              <a:alpha val="45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1629" y="3031417"/>
            <a:ext cx="104775" cy="104774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1629" y="5774617"/>
            <a:ext cx="104775" cy="10477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1629" y="7146217"/>
            <a:ext cx="104775" cy="10477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721599" y="3096812"/>
            <a:ext cx="4738351" cy="4023969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614481" y="1940662"/>
            <a:ext cx="12184380" cy="5899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75">
                <a:solidFill>
                  <a:srgbClr val="FFFFFF"/>
                </a:solidFill>
                <a:latin typeface="Lucida Sans Unicode"/>
                <a:cs typeface="Lucida Sans Unicode"/>
              </a:rPr>
              <a:t>2.</a:t>
            </a:r>
            <a:r>
              <a:rPr dirty="0" sz="3300" spc="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65">
                <a:solidFill>
                  <a:srgbClr val="FFFFFF"/>
                </a:solidFill>
                <a:latin typeface="Lucida Sans Unicode"/>
                <a:cs typeface="Lucida Sans Unicode"/>
              </a:rPr>
              <a:t>Marketing</a:t>
            </a:r>
            <a:r>
              <a:rPr dirty="0" sz="33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135">
                <a:solidFill>
                  <a:srgbClr val="FFFFFF"/>
                </a:solidFill>
                <a:latin typeface="Lucida Sans Unicode"/>
                <a:cs typeface="Lucida Sans Unicode"/>
              </a:rPr>
              <a:t>Recommendations</a:t>
            </a:r>
            <a:endParaRPr sz="3300">
              <a:latin typeface="Lucida Sans Unicode"/>
              <a:cs typeface="Lucida Sans Unicode"/>
            </a:endParaRPr>
          </a:p>
          <a:p>
            <a:pPr marL="509905">
              <a:lnSpc>
                <a:spcPct val="100000"/>
              </a:lnSpc>
              <a:spcBef>
                <a:spcPts val="3390"/>
              </a:spcBef>
            </a:pP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2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customer-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centered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Lucida Sans Unicode"/>
                <a:cs typeface="Lucida Sans Unicode"/>
              </a:rPr>
              <a:t>messaging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highlights:</a:t>
            </a:r>
            <a:endParaRPr sz="2400">
              <a:latin typeface="Lucida Sans Unicode"/>
              <a:cs typeface="Lucida Sans Unicode"/>
            </a:endParaRPr>
          </a:p>
          <a:p>
            <a:pPr marL="785495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Excellent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installation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Lucida Sans Unicode"/>
                <a:cs typeface="Lucida Sans Unicode"/>
              </a:rPr>
              <a:t>quality</a:t>
            </a:r>
            <a:endParaRPr sz="2400">
              <a:latin typeface="Lucida Sans Unicode"/>
              <a:cs typeface="Lucida Sans Unicode"/>
            </a:endParaRPr>
          </a:p>
          <a:p>
            <a:pPr marL="785495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2400" spc="110">
                <a:solidFill>
                  <a:srgbClr val="FFFFFF"/>
                </a:solidFill>
                <a:latin typeface="Lucida Sans Unicode"/>
                <a:cs typeface="Lucida Sans Unicode"/>
              </a:rPr>
              <a:t>Ease</a:t>
            </a:r>
            <a:r>
              <a:rPr dirty="0" sz="2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endParaRPr sz="2400">
              <a:latin typeface="Lucida Sans Unicode"/>
              <a:cs typeface="Lucida Sans Unicode"/>
            </a:endParaRPr>
          </a:p>
          <a:p>
            <a:pPr marL="785495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Energy-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saving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benefits</a:t>
            </a:r>
            <a:endParaRPr sz="2400">
              <a:latin typeface="Lucida Sans Unicode"/>
              <a:cs typeface="Lucida Sans Unicode"/>
            </a:endParaRPr>
          </a:p>
          <a:p>
            <a:pPr marL="785495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Competitive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pricing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Lucida Sans Unicode"/>
                <a:cs typeface="Lucida Sans Unicode"/>
              </a:rPr>
              <a:t>value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money</a:t>
            </a:r>
            <a:endParaRPr sz="2400">
              <a:latin typeface="Lucida Sans Unicode"/>
              <a:cs typeface="Lucida Sans Unicode"/>
            </a:endParaRPr>
          </a:p>
          <a:p>
            <a:pPr marL="509905" marR="264160" indent="220979">
              <a:lnSpc>
                <a:spcPct val="125000"/>
              </a:lnSpc>
              <a:spcBef>
                <a:spcPts val="3600"/>
              </a:spcBef>
              <a:buChar char="•"/>
              <a:tabLst>
                <a:tab pos="730885" algn="l"/>
              </a:tabLst>
            </a:pP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Develop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educational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Lucida Sans Unicode"/>
                <a:cs typeface="Lucida Sans Unicode"/>
              </a:rPr>
              <a:t>awareness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0">
                <a:solidFill>
                  <a:srgbClr val="FFFFFF"/>
                </a:solidFill>
                <a:latin typeface="Lucida Sans Unicode"/>
                <a:cs typeface="Lucida Sans Unicode"/>
              </a:rPr>
              <a:t>campaigns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simplify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Lucida Sans Unicode"/>
                <a:cs typeface="Lucida Sans Unicode"/>
              </a:rPr>
              <a:t>home </a:t>
            </a:r>
            <a:r>
              <a:rPr dirty="0" sz="2400" spc="105">
                <a:solidFill>
                  <a:srgbClr val="FFFFFF"/>
                </a:solidFill>
                <a:latin typeface="Lucida Sans Unicode"/>
                <a:cs typeface="Lucida Sans Unicode"/>
              </a:rPr>
              <a:t>concepts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reduce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concerns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related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technical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complexity.</a:t>
            </a:r>
            <a:endParaRPr sz="2400">
              <a:latin typeface="Lucida Sans Unicode"/>
              <a:cs typeface="Lucida Sans Unicode"/>
            </a:endParaRPr>
          </a:p>
          <a:p>
            <a:pPr marL="509905" marR="5080">
              <a:lnSpc>
                <a:spcPct val="125000"/>
              </a:lnSpc>
              <a:spcBef>
                <a:spcPts val="3600"/>
              </a:spcBef>
            </a:pP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Increase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localized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0">
                <a:solidFill>
                  <a:srgbClr val="FFFFFF"/>
                </a:solidFill>
                <a:latin typeface="Lucida Sans Unicode"/>
                <a:cs typeface="Lucida Sans Unicode"/>
              </a:rPr>
              <a:t>campaigns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targeted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promotions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high-</a:t>
            </a:r>
            <a:r>
              <a:rPr dirty="0" sz="2400" spc="35">
                <a:solidFill>
                  <a:srgbClr val="FFFFFF"/>
                </a:solidFill>
                <a:latin typeface="Lucida Sans Unicode"/>
                <a:cs typeface="Lucida Sans Unicode"/>
              </a:rPr>
              <a:t>performing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markets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service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categories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maximize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conversion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opportunities.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7290" y="2116235"/>
            <a:ext cx="6153366" cy="60547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549159" y="5552059"/>
            <a:ext cx="1613535" cy="3051175"/>
          </a:xfrm>
          <a:custGeom>
            <a:avLst/>
            <a:gdLst/>
            <a:ahLst/>
            <a:cxnLst/>
            <a:rect l="l" t="t" r="r" b="b"/>
            <a:pathLst>
              <a:path w="1613534" h="3051175">
                <a:moveTo>
                  <a:pt x="1499832" y="3051150"/>
                </a:moveTo>
                <a:lnTo>
                  <a:pt x="1453652" y="3051130"/>
                </a:lnTo>
                <a:lnTo>
                  <a:pt x="1408072" y="3041756"/>
                </a:lnTo>
                <a:lnTo>
                  <a:pt x="1368343" y="3024662"/>
                </a:lnTo>
                <a:lnTo>
                  <a:pt x="1334616" y="2992851"/>
                </a:lnTo>
                <a:lnTo>
                  <a:pt x="1320808" y="2957151"/>
                </a:lnTo>
                <a:lnTo>
                  <a:pt x="1302721" y="2898793"/>
                </a:lnTo>
                <a:lnTo>
                  <a:pt x="1292254" y="2861844"/>
                </a:lnTo>
                <a:lnTo>
                  <a:pt x="1280933" y="2820103"/>
                </a:lnTo>
                <a:lnTo>
                  <a:pt x="1268831" y="2773862"/>
                </a:lnTo>
                <a:lnTo>
                  <a:pt x="1256019" y="2723410"/>
                </a:lnTo>
                <a:lnTo>
                  <a:pt x="1242569" y="2669039"/>
                </a:lnTo>
                <a:lnTo>
                  <a:pt x="1228553" y="2611040"/>
                </a:lnTo>
                <a:lnTo>
                  <a:pt x="1214044" y="2549705"/>
                </a:lnTo>
                <a:lnTo>
                  <a:pt x="1199113" y="2485322"/>
                </a:lnTo>
                <a:lnTo>
                  <a:pt x="1183832" y="2418185"/>
                </a:lnTo>
                <a:lnTo>
                  <a:pt x="1168272" y="2348583"/>
                </a:lnTo>
                <a:lnTo>
                  <a:pt x="1152507" y="2276808"/>
                </a:lnTo>
                <a:lnTo>
                  <a:pt x="1136607" y="2203150"/>
                </a:lnTo>
                <a:lnTo>
                  <a:pt x="1120646" y="2127901"/>
                </a:lnTo>
                <a:lnTo>
                  <a:pt x="1088011" y="1970805"/>
                </a:lnTo>
                <a:lnTo>
                  <a:pt x="1055623" y="1815731"/>
                </a:lnTo>
                <a:lnTo>
                  <a:pt x="1025011" y="1670831"/>
                </a:lnTo>
                <a:lnTo>
                  <a:pt x="996739" y="1538685"/>
                </a:lnTo>
                <a:lnTo>
                  <a:pt x="971372" y="1421876"/>
                </a:lnTo>
                <a:lnTo>
                  <a:pt x="949477" y="1322986"/>
                </a:lnTo>
                <a:lnTo>
                  <a:pt x="931619" y="1244596"/>
                </a:lnTo>
                <a:lnTo>
                  <a:pt x="918361" y="1189288"/>
                </a:lnTo>
                <a:lnTo>
                  <a:pt x="889348" y="1145981"/>
                </a:lnTo>
                <a:lnTo>
                  <a:pt x="847214" y="1126843"/>
                </a:lnTo>
                <a:lnTo>
                  <a:pt x="788171" y="1100622"/>
                </a:lnTo>
                <a:lnTo>
                  <a:pt x="718453" y="1070104"/>
                </a:lnTo>
                <a:lnTo>
                  <a:pt x="691770" y="1056996"/>
                </a:lnTo>
                <a:lnTo>
                  <a:pt x="627670" y="1017665"/>
                </a:lnTo>
                <a:lnTo>
                  <a:pt x="591290" y="992272"/>
                </a:lnTo>
                <a:lnTo>
                  <a:pt x="552715" y="963615"/>
                </a:lnTo>
                <a:lnTo>
                  <a:pt x="512462" y="932110"/>
                </a:lnTo>
                <a:lnTo>
                  <a:pt x="471052" y="898171"/>
                </a:lnTo>
                <a:lnTo>
                  <a:pt x="429001" y="862213"/>
                </a:lnTo>
                <a:lnTo>
                  <a:pt x="386829" y="824653"/>
                </a:lnTo>
                <a:lnTo>
                  <a:pt x="345054" y="785906"/>
                </a:lnTo>
                <a:lnTo>
                  <a:pt x="304195" y="746386"/>
                </a:lnTo>
                <a:lnTo>
                  <a:pt x="264770" y="706510"/>
                </a:lnTo>
                <a:lnTo>
                  <a:pt x="202192" y="640915"/>
                </a:lnTo>
                <a:lnTo>
                  <a:pt x="149560" y="583838"/>
                </a:lnTo>
                <a:lnTo>
                  <a:pt x="106165" y="534192"/>
                </a:lnTo>
                <a:lnTo>
                  <a:pt x="71296" y="490891"/>
                </a:lnTo>
                <a:lnTo>
                  <a:pt x="44244" y="452847"/>
                </a:lnTo>
                <a:lnTo>
                  <a:pt x="24298" y="418973"/>
                </a:lnTo>
                <a:lnTo>
                  <a:pt x="2886" y="359389"/>
                </a:lnTo>
                <a:lnTo>
                  <a:pt x="0" y="331506"/>
                </a:lnTo>
                <a:lnTo>
                  <a:pt x="1380" y="303444"/>
                </a:lnTo>
                <a:lnTo>
                  <a:pt x="12844" y="248580"/>
                </a:lnTo>
                <a:lnTo>
                  <a:pt x="33886" y="210169"/>
                </a:lnTo>
                <a:lnTo>
                  <a:pt x="66558" y="185822"/>
                </a:lnTo>
                <a:lnTo>
                  <a:pt x="112911" y="173150"/>
                </a:lnTo>
                <a:lnTo>
                  <a:pt x="135971" y="172412"/>
                </a:lnTo>
                <a:lnTo>
                  <a:pt x="161044" y="176802"/>
                </a:lnTo>
                <a:lnTo>
                  <a:pt x="219805" y="202753"/>
                </a:lnTo>
                <a:lnTo>
                  <a:pt x="254777" y="225209"/>
                </a:lnTo>
                <a:lnTo>
                  <a:pt x="294336" y="254581"/>
                </a:lnTo>
                <a:lnTo>
                  <a:pt x="339124" y="291315"/>
                </a:lnTo>
                <a:lnTo>
                  <a:pt x="389783" y="335860"/>
                </a:lnTo>
                <a:lnTo>
                  <a:pt x="446958" y="388662"/>
                </a:lnTo>
                <a:lnTo>
                  <a:pt x="565839" y="502341"/>
                </a:lnTo>
                <a:lnTo>
                  <a:pt x="617288" y="550083"/>
                </a:lnTo>
                <a:lnTo>
                  <a:pt x="665729" y="593388"/>
                </a:lnTo>
                <a:lnTo>
                  <a:pt x="711254" y="632250"/>
                </a:lnTo>
                <a:lnTo>
                  <a:pt x="753956" y="666665"/>
                </a:lnTo>
                <a:lnTo>
                  <a:pt x="793925" y="696626"/>
                </a:lnTo>
                <a:lnTo>
                  <a:pt x="831253" y="722129"/>
                </a:lnTo>
                <a:lnTo>
                  <a:pt x="866032" y="743167"/>
                </a:lnTo>
                <a:lnTo>
                  <a:pt x="928309" y="771832"/>
                </a:lnTo>
                <a:lnTo>
                  <a:pt x="981489" y="782577"/>
                </a:lnTo>
                <a:lnTo>
                  <a:pt x="1004898" y="781217"/>
                </a:lnTo>
                <a:lnTo>
                  <a:pt x="1045808" y="765003"/>
                </a:lnTo>
                <a:lnTo>
                  <a:pt x="1079455" y="730764"/>
                </a:lnTo>
                <a:lnTo>
                  <a:pt x="1106573" y="678455"/>
                </a:lnTo>
                <a:lnTo>
                  <a:pt x="1127893" y="608036"/>
                </a:lnTo>
                <a:lnTo>
                  <a:pt x="1136609" y="566022"/>
                </a:lnTo>
                <a:lnTo>
                  <a:pt x="1144150" y="519463"/>
                </a:lnTo>
                <a:lnTo>
                  <a:pt x="1150609" y="468356"/>
                </a:lnTo>
                <a:lnTo>
                  <a:pt x="1162361" y="349584"/>
                </a:lnTo>
                <a:lnTo>
                  <a:pt x="1170071" y="287796"/>
                </a:lnTo>
                <a:lnTo>
                  <a:pt x="1178833" y="229415"/>
                </a:lnTo>
                <a:lnTo>
                  <a:pt x="1188277" y="176531"/>
                </a:lnTo>
                <a:lnTo>
                  <a:pt x="1198029" y="131230"/>
                </a:lnTo>
                <a:lnTo>
                  <a:pt x="1216974" y="71731"/>
                </a:lnTo>
                <a:lnTo>
                  <a:pt x="1242314" y="38224"/>
                </a:lnTo>
                <a:lnTo>
                  <a:pt x="1276456" y="15208"/>
                </a:lnTo>
                <a:lnTo>
                  <a:pt x="1316553" y="2522"/>
                </a:lnTo>
                <a:lnTo>
                  <a:pt x="1359755" y="0"/>
                </a:lnTo>
                <a:lnTo>
                  <a:pt x="1403216" y="7478"/>
                </a:lnTo>
                <a:lnTo>
                  <a:pt x="1444085" y="24795"/>
                </a:lnTo>
                <a:lnTo>
                  <a:pt x="1479516" y="51784"/>
                </a:lnTo>
                <a:lnTo>
                  <a:pt x="1506659" y="88284"/>
                </a:lnTo>
                <a:lnTo>
                  <a:pt x="1527277" y="148298"/>
                </a:lnTo>
                <a:lnTo>
                  <a:pt x="1537267" y="227405"/>
                </a:lnTo>
                <a:lnTo>
                  <a:pt x="1538551" y="272734"/>
                </a:lnTo>
                <a:lnTo>
                  <a:pt x="1537507" y="321177"/>
                </a:lnTo>
                <a:lnTo>
                  <a:pt x="1534245" y="372179"/>
                </a:lnTo>
                <a:lnTo>
                  <a:pt x="1528875" y="425188"/>
                </a:lnTo>
                <a:lnTo>
                  <a:pt x="1521505" y="479650"/>
                </a:lnTo>
                <a:lnTo>
                  <a:pt x="1512247" y="535012"/>
                </a:lnTo>
                <a:lnTo>
                  <a:pt x="1501209" y="590720"/>
                </a:lnTo>
                <a:lnTo>
                  <a:pt x="1488500" y="646222"/>
                </a:lnTo>
                <a:lnTo>
                  <a:pt x="1474232" y="700964"/>
                </a:lnTo>
                <a:lnTo>
                  <a:pt x="1458513" y="754393"/>
                </a:lnTo>
                <a:lnTo>
                  <a:pt x="1441453" y="805955"/>
                </a:lnTo>
                <a:lnTo>
                  <a:pt x="1423161" y="855098"/>
                </a:lnTo>
                <a:lnTo>
                  <a:pt x="1403748" y="901267"/>
                </a:lnTo>
                <a:lnTo>
                  <a:pt x="1383323" y="943910"/>
                </a:lnTo>
                <a:lnTo>
                  <a:pt x="1361995" y="982473"/>
                </a:lnTo>
                <a:lnTo>
                  <a:pt x="1339875" y="1016403"/>
                </a:lnTo>
                <a:lnTo>
                  <a:pt x="1317071" y="1045147"/>
                </a:lnTo>
                <a:lnTo>
                  <a:pt x="1309916" y="1054544"/>
                </a:lnTo>
                <a:lnTo>
                  <a:pt x="1295840" y="1094891"/>
                </a:lnTo>
                <a:lnTo>
                  <a:pt x="1293244" y="1136343"/>
                </a:lnTo>
                <a:lnTo>
                  <a:pt x="1294171" y="1162762"/>
                </a:lnTo>
                <a:lnTo>
                  <a:pt x="1300788" y="1229196"/>
                </a:lnTo>
                <a:lnTo>
                  <a:pt x="1306605" y="1270096"/>
                </a:lnTo>
                <a:lnTo>
                  <a:pt x="1314177" y="1316707"/>
                </a:lnTo>
                <a:lnTo>
                  <a:pt x="1323568" y="1369472"/>
                </a:lnTo>
                <a:lnTo>
                  <a:pt x="1334840" y="1428832"/>
                </a:lnTo>
                <a:lnTo>
                  <a:pt x="1348057" y="1495231"/>
                </a:lnTo>
                <a:lnTo>
                  <a:pt x="1363281" y="1569109"/>
                </a:lnTo>
                <a:lnTo>
                  <a:pt x="1380575" y="1650910"/>
                </a:lnTo>
                <a:lnTo>
                  <a:pt x="1400002" y="1741075"/>
                </a:lnTo>
                <a:lnTo>
                  <a:pt x="1421625" y="1840047"/>
                </a:lnTo>
                <a:lnTo>
                  <a:pt x="1469772" y="2058330"/>
                </a:lnTo>
                <a:lnTo>
                  <a:pt x="1492095" y="2160837"/>
                </a:lnTo>
                <a:lnTo>
                  <a:pt x="1512488" y="2256060"/>
                </a:lnTo>
                <a:lnTo>
                  <a:pt x="1530966" y="2344265"/>
                </a:lnTo>
                <a:lnTo>
                  <a:pt x="1547541" y="2425722"/>
                </a:lnTo>
                <a:lnTo>
                  <a:pt x="1562226" y="2500698"/>
                </a:lnTo>
                <a:lnTo>
                  <a:pt x="1575034" y="2569463"/>
                </a:lnTo>
                <a:lnTo>
                  <a:pt x="1585980" y="2632286"/>
                </a:lnTo>
                <a:lnTo>
                  <a:pt x="1595076" y="2689433"/>
                </a:lnTo>
                <a:lnTo>
                  <a:pt x="1602335" y="2741175"/>
                </a:lnTo>
                <a:lnTo>
                  <a:pt x="1607771" y="2787779"/>
                </a:lnTo>
                <a:lnTo>
                  <a:pt x="1611397" y="2829514"/>
                </a:lnTo>
                <a:lnTo>
                  <a:pt x="1613271" y="2899450"/>
                </a:lnTo>
                <a:lnTo>
                  <a:pt x="1611545" y="2928189"/>
                </a:lnTo>
                <a:lnTo>
                  <a:pt x="1602836" y="2974550"/>
                </a:lnTo>
                <a:lnTo>
                  <a:pt x="1576826" y="3020327"/>
                </a:lnTo>
                <a:lnTo>
                  <a:pt x="1535597" y="3044030"/>
                </a:lnTo>
                <a:lnTo>
                  <a:pt x="1518533" y="3048279"/>
                </a:lnTo>
                <a:lnTo>
                  <a:pt x="1499832" y="3051150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39982" y="1698332"/>
            <a:ext cx="3027045" cy="3644265"/>
          </a:xfrm>
          <a:custGeom>
            <a:avLst/>
            <a:gdLst/>
            <a:ahLst/>
            <a:cxnLst/>
            <a:rect l="l" t="t" r="r" b="b"/>
            <a:pathLst>
              <a:path w="3027045" h="3644265">
                <a:moveTo>
                  <a:pt x="2237689" y="989863"/>
                </a:moveTo>
                <a:lnTo>
                  <a:pt x="2235593" y="949782"/>
                </a:lnTo>
                <a:lnTo>
                  <a:pt x="2222538" y="913206"/>
                </a:lnTo>
                <a:lnTo>
                  <a:pt x="2199436" y="881837"/>
                </a:lnTo>
                <a:lnTo>
                  <a:pt x="2167178" y="857351"/>
                </a:lnTo>
                <a:lnTo>
                  <a:pt x="2126665" y="841425"/>
                </a:lnTo>
                <a:lnTo>
                  <a:pt x="2078774" y="835736"/>
                </a:lnTo>
                <a:lnTo>
                  <a:pt x="2062391" y="836561"/>
                </a:lnTo>
                <a:lnTo>
                  <a:pt x="2020951" y="843026"/>
                </a:lnTo>
                <a:lnTo>
                  <a:pt x="1968258" y="855840"/>
                </a:lnTo>
                <a:lnTo>
                  <a:pt x="1904682" y="874826"/>
                </a:lnTo>
                <a:lnTo>
                  <a:pt x="1830628" y="899858"/>
                </a:lnTo>
                <a:lnTo>
                  <a:pt x="1789772" y="914590"/>
                </a:lnTo>
                <a:lnTo>
                  <a:pt x="1746427" y="930770"/>
                </a:lnTo>
                <a:lnTo>
                  <a:pt x="1700657" y="948385"/>
                </a:lnTo>
                <a:lnTo>
                  <a:pt x="1652485" y="967422"/>
                </a:lnTo>
                <a:lnTo>
                  <a:pt x="1601978" y="987856"/>
                </a:lnTo>
                <a:lnTo>
                  <a:pt x="1549171" y="1009675"/>
                </a:lnTo>
                <a:lnTo>
                  <a:pt x="1494116" y="1032852"/>
                </a:lnTo>
                <a:lnTo>
                  <a:pt x="1436852" y="1057376"/>
                </a:lnTo>
                <a:lnTo>
                  <a:pt x="1377429" y="1083221"/>
                </a:lnTo>
                <a:lnTo>
                  <a:pt x="1315897" y="1110373"/>
                </a:lnTo>
                <a:lnTo>
                  <a:pt x="1252308" y="1138809"/>
                </a:lnTo>
                <a:lnTo>
                  <a:pt x="1186688" y="1168514"/>
                </a:lnTo>
                <a:lnTo>
                  <a:pt x="1119111" y="1199464"/>
                </a:lnTo>
                <a:lnTo>
                  <a:pt x="1049604" y="1231658"/>
                </a:lnTo>
                <a:lnTo>
                  <a:pt x="978230" y="1265059"/>
                </a:lnTo>
                <a:lnTo>
                  <a:pt x="849998" y="1325587"/>
                </a:lnTo>
                <a:lnTo>
                  <a:pt x="794016" y="1351610"/>
                </a:lnTo>
                <a:lnTo>
                  <a:pt x="737590" y="1377492"/>
                </a:lnTo>
                <a:lnTo>
                  <a:pt x="681228" y="1403019"/>
                </a:lnTo>
                <a:lnTo>
                  <a:pt x="625449" y="1427975"/>
                </a:lnTo>
                <a:lnTo>
                  <a:pt x="570750" y="1452118"/>
                </a:lnTo>
                <a:lnTo>
                  <a:pt x="517664" y="1475244"/>
                </a:lnTo>
                <a:lnTo>
                  <a:pt x="466686" y="1497126"/>
                </a:lnTo>
                <a:lnTo>
                  <a:pt x="418350" y="1517535"/>
                </a:lnTo>
                <a:lnTo>
                  <a:pt x="373151" y="1536268"/>
                </a:lnTo>
                <a:lnTo>
                  <a:pt x="331609" y="1553083"/>
                </a:lnTo>
                <a:lnTo>
                  <a:pt x="294246" y="1567764"/>
                </a:lnTo>
                <a:lnTo>
                  <a:pt x="234086" y="1589836"/>
                </a:lnTo>
                <a:lnTo>
                  <a:pt x="172212" y="1613623"/>
                </a:lnTo>
                <a:lnTo>
                  <a:pt x="119621" y="1639735"/>
                </a:lnTo>
                <a:lnTo>
                  <a:pt x="76415" y="1667954"/>
                </a:lnTo>
                <a:lnTo>
                  <a:pt x="42735" y="1698078"/>
                </a:lnTo>
                <a:lnTo>
                  <a:pt x="18694" y="1729917"/>
                </a:lnTo>
                <a:lnTo>
                  <a:pt x="0" y="1797850"/>
                </a:lnTo>
                <a:lnTo>
                  <a:pt x="5600" y="1833549"/>
                </a:lnTo>
                <a:lnTo>
                  <a:pt x="21323" y="1870113"/>
                </a:lnTo>
                <a:lnTo>
                  <a:pt x="47294" y="1907362"/>
                </a:lnTo>
                <a:lnTo>
                  <a:pt x="92837" y="1946897"/>
                </a:lnTo>
                <a:lnTo>
                  <a:pt x="151498" y="1963013"/>
                </a:lnTo>
                <a:lnTo>
                  <a:pt x="188798" y="1961984"/>
                </a:lnTo>
                <a:lnTo>
                  <a:pt x="233070" y="1954707"/>
                </a:lnTo>
                <a:lnTo>
                  <a:pt x="285508" y="1941093"/>
                </a:lnTo>
                <a:lnTo>
                  <a:pt x="347345" y="1920989"/>
                </a:lnTo>
                <a:lnTo>
                  <a:pt x="419823" y="1894281"/>
                </a:lnTo>
                <a:lnTo>
                  <a:pt x="574497" y="1832940"/>
                </a:lnTo>
                <a:lnTo>
                  <a:pt x="638746" y="1808734"/>
                </a:lnTo>
                <a:lnTo>
                  <a:pt x="694232" y="1789137"/>
                </a:lnTo>
                <a:lnTo>
                  <a:pt x="738238" y="1775066"/>
                </a:lnTo>
                <a:lnTo>
                  <a:pt x="768096" y="1767420"/>
                </a:lnTo>
                <a:lnTo>
                  <a:pt x="781088" y="1767116"/>
                </a:lnTo>
                <a:lnTo>
                  <a:pt x="782713" y="1772615"/>
                </a:lnTo>
                <a:lnTo>
                  <a:pt x="790270" y="1835124"/>
                </a:lnTo>
                <a:lnTo>
                  <a:pt x="797229" y="1911019"/>
                </a:lnTo>
                <a:lnTo>
                  <a:pt x="805395" y="2010422"/>
                </a:lnTo>
                <a:lnTo>
                  <a:pt x="814539" y="2129993"/>
                </a:lnTo>
                <a:lnTo>
                  <a:pt x="824369" y="2266429"/>
                </a:lnTo>
                <a:lnTo>
                  <a:pt x="834644" y="2416403"/>
                </a:lnTo>
                <a:lnTo>
                  <a:pt x="850684" y="2661996"/>
                </a:lnTo>
                <a:lnTo>
                  <a:pt x="856348" y="2743263"/>
                </a:lnTo>
                <a:lnTo>
                  <a:pt x="862076" y="2820403"/>
                </a:lnTo>
                <a:lnTo>
                  <a:pt x="867867" y="2893390"/>
                </a:lnTo>
                <a:lnTo>
                  <a:pt x="873709" y="2962198"/>
                </a:lnTo>
                <a:lnTo>
                  <a:pt x="879602" y="3026803"/>
                </a:lnTo>
                <a:lnTo>
                  <a:pt x="885558" y="3087205"/>
                </a:lnTo>
                <a:lnTo>
                  <a:pt x="891552" y="3143351"/>
                </a:lnTo>
                <a:lnTo>
                  <a:pt x="897610" y="3195256"/>
                </a:lnTo>
                <a:lnTo>
                  <a:pt x="903706" y="3242868"/>
                </a:lnTo>
                <a:lnTo>
                  <a:pt x="909840" y="3286175"/>
                </a:lnTo>
                <a:lnTo>
                  <a:pt x="916012" y="3325164"/>
                </a:lnTo>
                <a:lnTo>
                  <a:pt x="928471" y="3390074"/>
                </a:lnTo>
                <a:lnTo>
                  <a:pt x="941070" y="3437432"/>
                </a:lnTo>
                <a:lnTo>
                  <a:pt x="984046" y="3508730"/>
                </a:lnTo>
                <a:lnTo>
                  <a:pt x="1015873" y="3537661"/>
                </a:lnTo>
                <a:lnTo>
                  <a:pt x="1084287" y="3557409"/>
                </a:lnTo>
                <a:lnTo>
                  <a:pt x="1120940" y="3548227"/>
                </a:lnTo>
                <a:lnTo>
                  <a:pt x="1159281" y="3526345"/>
                </a:lnTo>
                <a:lnTo>
                  <a:pt x="1199337" y="3491776"/>
                </a:lnTo>
                <a:lnTo>
                  <a:pt x="1228521" y="3458032"/>
                </a:lnTo>
                <a:lnTo>
                  <a:pt x="1246454" y="3407181"/>
                </a:lnTo>
                <a:lnTo>
                  <a:pt x="1251000" y="3366528"/>
                </a:lnTo>
                <a:lnTo>
                  <a:pt x="1252512" y="3311029"/>
                </a:lnTo>
                <a:lnTo>
                  <a:pt x="1252093" y="3276600"/>
                </a:lnTo>
                <a:lnTo>
                  <a:pt x="1250886" y="3237141"/>
                </a:lnTo>
                <a:lnTo>
                  <a:pt x="1248879" y="3192195"/>
                </a:lnTo>
                <a:lnTo>
                  <a:pt x="1246060" y="3141345"/>
                </a:lnTo>
                <a:lnTo>
                  <a:pt x="1242428" y="3084131"/>
                </a:lnTo>
                <a:lnTo>
                  <a:pt x="1237970" y="3020110"/>
                </a:lnTo>
                <a:lnTo>
                  <a:pt x="1232662" y="2948851"/>
                </a:lnTo>
                <a:lnTo>
                  <a:pt x="1226515" y="2869908"/>
                </a:lnTo>
                <a:lnTo>
                  <a:pt x="1211630" y="2687231"/>
                </a:lnTo>
                <a:lnTo>
                  <a:pt x="1171244" y="2210270"/>
                </a:lnTo>
                <a:lnTo>
                  <a:pt x="1165301" y="2137600"/>
                </a:lnTo>
                <a:lnTo>
                  <a:pt x="1159979" y="2066798"/>
                </a:lnTo>
                <a:lnTo>
                  <a:pt x="1155319" y="1998586"/>
                </a:lnTo>
                <a:lnTo>
                  <a:pt x="1151356" y="1933676"/>
                </a:lnTo>
                <a:lnTo>
                  <a:pt x="1148105" y="1872780"/>
                </a:lnTo>
                <a:lnTo>
                  <a:pt x="1145603" y="1816620"/>
                </a:lnTo>
                <a:lnTo>
                  <a:pt x="1143863" y="1765909"/>
                </a:lnTo>
                <a:lnTo>
                  <a:pt x="1142936" y="1721383"/>
                </a:lnTo>
                <a:lnTo>
                  <a:pt x="1142834" y="1683740"/>
                </a:lnTo>
                <a:lnTo>
                  <a:pt x="1143596" y="1653705"/>
                </a:lnTo>
                <a:lnTo>
                  <a:pt x="1156373" y="1608683"/>
                </a:lnTo>
                <a:lnTo>
                  <a:pt x="1202677" y="1576298"/>
                </a:lnTo>
                <a:lnTo>
                  <a:pt x="1238796" y="1555407"/>
                </a:lnTo>
                <a:lnTo>
                  <a:pt x="1282484" y="1531924"/>
                </a:lnTo>
                <a:lnTo>
                  <a:pt x="1332941" y="1506258"/>
                </a:lnTo>
                <a:lnTo>
                  <a:pt x="1389341" y="1478826"/>
                </a:lnTo>
                <a:lnTo>
                  <a:pt x="1450911" y="1450022"/>
                </a:lnTo>
                <a:lnTo>
                  <a:pt x="1516824" y="1420279"/>
                </a:lnTo>
                <a:lnTo>
                  <a:pt x="1586280" y="1389989"/>
                </a:lnTo>
                <a:lnTo>
                  <a:pt x="1725079" y="1331442"/>
                </a:lnTo>
                <a:lnTo>
                  <a:pt x="1790077" y="1302943"/>
                </a:lnTo>
                <a:lnTo>
                  <a:pt x="1852803" y="1274419"/>
                </a:lnTo>
                <a:lnTo>
                  <a:pt x="1912594" y="1246225"/>
                </a:lnTo>
                <a:lnTo>
                  <a:pt x="1968779" y="1218692"/>
                </a:lnTo>
                <a:lnTo>
                  <a:pt x="2020709" y="1192174"/>
                </a:lnTo>
                <a:lnTo>
                  <a:pt x="2067712" y="1167028"/>
                </a:lnTo>
                <a:lnTo>
                  <a:pt x="2109114" y="1143584"/>
                </a:lnTo>
                <a:lnTo>
                  <a:pt x="2144255" y="1122197"/>
                </a:lnTo>
                <a:lnTo>
                  <a:pt x="2193112" y="1086993"/>
                </a:lnTo>
                <a:lnTo>
                  <a:pt x="2227961" y="1031798"/>
                </a:lnTo>
                <a:lnTo>
                  <a:pt x="2237689" y="989863"/>
                </a:lnTo>
                <a:close/>
              </a:path>
              <a:path w="3027045" h="3644265">
                <a:moveTo>
                  <a:pt x="3026816" y="1796478"/>
                </a:moveTo>
                <a:lnTo>
                  <a:pt x="3026549" y="1577886"/>
                </a:lnTo>
                <a:lnTo>
                  <a:pt x="3025584" y="1362570"/>
                </a:lnTo>
                <a:lnTo>
                  <a:pt x="3023882" y="1153553"/>
                </a:lnTo>
                <a:lnTo>
                  <a:pt x="3022358" y="1019213"/>
                </a:lnTo>
                <a:lnTo>
                  <a:pt x="3020517" y="889914"/>
                </a:lnTo>
                <a:lnTo>
                  <a:pt x="3018358" y="766572"/>
                </a:lnTo>
                <a:lnTo>
                  <a:pt x="3015881" y="650074"/>
                </a:lnTo>
                <a:lnTo>
                  <a:pt x="3013075" y="541324"/>
                </a:lnTo>
                <a:lnTo>
                  <a:pt x="3009963" y="441210"/>
                </a:lnTo>
                <a:lnTo>
                  <a:pt x="3006521" y="350647"/>
                </a:lnTo>
                <a:lnTo>
                  <a:pt x="3004680" y="309219"/>
                </a:lnTo>
                <a:lnTo>
                  <a:pt x="3002762" y="270522"/>
                </a:lnTo>
                <a:lnTo>
                  <a:pt x="2998673" y="201739"/>
                </a:lnTo>
                <a:lnTo>
                  <a:pt x="2994279" y="145199"/>
                </a:lnTo>
                <a:lnTo>
                  <a:pt x="2989554" y="101790"/>
                </a:lnTo>
                <a:lnTo>
                  <a:pt x="2981858" y="63284"/>
                </a:lnTo>
                <a:lnTo>
                  <a:pt x="2945333" y="25209"/>
                </a:lnTo>
                <a:lnTo>
                  <a:pt x="2909671" y="5880"/>
                </a:lnTo>
                <a:lnTo>
                  <a:pt x="2872384" y="0"/>
                </a:lnTo>
                <a:lnTo>
                  <a:pt x="2833700" y="7543"/>
                </a:lnTo>
                <a:lnTo>
                  <a:pt x="2793860" y="28524"/>
                </a:lnTo>
                <a:lnTo>
                  <a:pt x="2753106" y="62941"/>
                </a:lnTo>
                <a:lnTo>
                  <a:pt x="2728976" y="100037"/>
                </a:lnTo>
                <a:lnTo>
                  <a:pt x="2716580" y="139204"/>
                </a:lnTo>
                <a:lnTo>
                  <a:pt x="2706801" y="194437"/>
                </a:lnTo>
                <a:lnTo>
                  <a:pt x="2699372" y="269582"/>
                </a:lnTo>
                <a:lnTo>
                  <a:pt x="2696451" y="315836"/>
                </a:lnTo>
                <a:lnTo>
                  <a:pt x="2694000" y="368528"/>
                </a:lnTo>
                <a:lnTo>
                  <a:pt x="2691981" y="428129"/>
                </a:lnTo>
                <a:lnTo>
                  <a:pt x="2690380" y="495134"/>
                </a:lnTo>
                <a:lnTo>
                  <a:pt x="2689148" y="570014"/>
                </a:lnTo>
                <a:lnTo>
                  <a:pt x="2688259" y="653262"/>
                </a:lnTo>
                <a:lnTo>
                  <a:pt x="2687663" y="745363"/>
                </a:lnTo>
                <a:lnTo>
                  <a:pt x="2687332" y="846785"/>
                </a:lnTo>
                <a:lnTo>
                  <a:pt x="2687142" y="1076109"/>
                </a:lnTo>
                <a:lnTo>
                  <a:pt x="2686875" y="1182751"/>
                </a:lnTo>
                <a:lnTo>
                  <a:pt x="2686342" y="1278597"/>
                </a:lnTo>
                <a:lnTo>
                  <a:pt x="2685516" y="1364297"/>
                </a:lnTo>
                <a:lnTo>
                  <a:pt x="2684322" y="1440459"/>
                </a:lnTo>
                <a:lnTo>
                  <a:pt x="2682722" y="1507756"/>
                </a:lnTo>
                <a:lnTo>
                  <a:pt x="2680665" y="1566811"/>
                </a:lnTo>
                <a:lnTo>
                  <a:pt x="2678087" y="1618272"/>
                </a:lnTo>
                <a:lnTo>
                  <a:pt x="2674937" y="1662760"/>
                </a:lnTo>
                <a:lnTo>
                  <a:pt x="2671153" y="1700923"/>
                </a:lnTo>
                <a:lnTo>
                  <a:pt x="2661513" y="1760842"/>
                </a:lnTo>
                <a:lnTo>
                  <a:pt x="2648737" y="1803133"/>
                </a:lnTo>
                <a:lnTo>
                  <a:pt x="2622727" y="1844675"/>
                </a:lnTo>
                <a:lnTo>
                  <a:pt x="2585923" y="1875878"/>
                </a:lnTo>
                <a:lnTo>
                  <a:pt x="2550642" y="1899323"/>
                </a:lnTo>
                <a:lnTo>
                  <a:pt x="2507780" y="1924875"/>
                </a:lnTo>
                <a:lnTo>
                  <a:pt x="2458923" y="1951812"/>
                </a:lnTo>
                <a:lnTo>
                  <a:pt x="2405672" y="1979434"/>
                </a:lnTo>
                <a:lnTo>
                  <a:pt x="2349614" y="2007019"/>
                </a:lnTo>
                <a:lnTo>
                  <a:pt x="2292375" y="2033854"/>
                </a:lnTo>
                <a:lnTo>
                  <a:pt x="2235517" y="2059228"/>
                </a:lnTo>
                <a:lnTo>
                  <a:pt x="2180666" y="2082431"/>
                </a:lnTo>
                <a:lnTo>
                  <a:pt x="2129396" y="2102751"/>
                </a:lnTo>
                <a:lnTo>
                  <a:pt x="2083308" y="2119477"/>
                </a:lnTo>
                <a:lnTo>
                  <a:pt x="2044001" y="2131885"/>
                </a:lnTo>
                <a:lnTo>
                  <a:pt x="1992134" y="2140928"/>
                </a:lnTo>
                <a:lnTo>
                  <a:pt x="1982762" y="2136140"/>
                </a:lnTo>
                <a:lnTo>
                  <a:pt x="1972411" y="2082571"/>
                </a:lnTo>
                <a:lnTo>
                  <a:pt x="1965261" y="2033968"/>
                </a:lnTo>
                <a:lnTo>
                  <a:pt x="1957336" y="1974710"/>
                </a:lnTo>
                <a:lnTo>
                  <a:pt x="1949056" y="1907705"/>
                </a:lnTo>
                <a:lnTo>
                  <a:pt x="1940826" y="1835886"/>
                </a:lnTo>
                <a:lnTo>
                  <a:pt x="1929841" y="1742617"/>
                </a:lnTo>
                <a:lnTo>
                  <a:pt x="1919097" y="1673707"/>
                </a:lnTo>
                <a:lnTo>
                  <a:pt x="1906587" y="1625193"/>
                </a:lnTo>
                <a:lnTo>
                  <a:pt x="1868284" y="1573682"/>
                </a:lnTo>
                <a:lnTo>
                  <a:pt x="1798955" y="1556575"/>
                </a:lnTo>
                <a:lnTo>
                  <a:pt x="1768805" y="1554403"/>
                </a:lnTo>
                <a:lnTo>
                  <a:pt x="1741589" y="1555432"/>
                </a:lnTo>
                <a:lnTo>
                  <a:pt x="1695513" y="1568564"/>
                </a:lnTo>
                <a:lnTo>
                  <a:pt x="1659877" y="1598879"/>
                </a:lnTo>
                <a:lnTo>
                  <a:pt x="1633855" y="1649310"/>
                </a:lnTo>
                <a:lnTo>
                  <a:pt x="1616595" y="1722742"/>
                </a:lnTo>
                <a:lnTo>
                  <a:pt x="1611007" y="1768995"/>
                </a:lnTo>
                <a:lnTo>
                  <a:pt x="1607286" y="1822094"/>
                </a:lnTo>
                <a:lnTo>
                  <a:pt x="1605343" y="1882406"/>
                </a:lnTo>
                <a:lnTo>
                  <a:pt x="1605064" y="1950275"/>
                </a:lnTo>
                <a:lnTo>
                  <a:pt x="1606359" y="2026094"/>
                </a:lnTo>
                <a:lnTo>
                  <a:pt x="1609115" y="2110206"/>
                </a:lnTo>
                <a:lnTo>
                  <a:pt x="1613217" y="2202980"/>
                </a:lnTo>
                <a:lnTo>
                  <a:pt x="1618551" y="2308745"/>
                </a:lnTo>
                <a:lnTo>
                  <a:pt x="1623898" y="2408567"/>
                </a:lnTo>
                <a:lnTo>
                  <a:pt x="1629321" y="2502585"/>
                </a:lnTo>
                <a:lnTo>
                  <a:pt x="1634832" y="2590977"/>
                </a:lnTo>
                <a:lnTo>
                  <a:pt x="1640484" y="2673896"/>
                </a:lnTo>
                <a:lnTo>
                  <a:pt x="1646313" y="2751505"/>
                </a:lnTo>
                <a:lnTo>
                  <a:pt x="1652346" y="2823959"/>
                </a:lnTo>
                <a:lnTo>
                  <a:pt x="1658620" y="2891409"/>
                </a:lnTo>
                <a:lnTo>
                  <a:pt x="1665173" y="2954020"/>
                </a:lnTo>
                <a:lnTo>
                  <a:pt x="1672043" y="3011957"/>
                </a:lnTo>
                <a:lnTo>
                  <a:pt x="1679257" y="3065361"/>
                </a:lnTo>
                <a:lnTo>
                  <a:pt x="1686864" y="3114421"/>
                </a:lnTo>
                <a:lnTo>
                  <a:pt x="1694878" y="3159264"/>
                </a:lnTo>
                <a:lnTo>
                  <a:pt x="1703362" y="3200069"/>
                </a:lnTo>
                <a:lnTo>
                  <a:pt x="1721827" y="3270186"/>
                </a:lnTo>
                <a:lnTo>
                  <a:pt x="1742554" y="3326015"/>
                </a:lnTo>
                <a:lnTo>
                  <a:pt x="1765820" y="3368852"/>
                </a:lnTo>
                <a:lnTo>
                  <a:pt x="1791919" y="3399967"/>
                </a:lnTo>
                <a:lnTo>
                  <a:pt x="1836966" y="3427412"/>
                </a:lnTo>
                <a:lnTo>
                  <a:pt x="1889988" y="3435604"/>
                </a:lnTo>
                <a:lnTo>
                  <a:pt x="1923884" y="3431298"/>
                </a:lnTo>
                <a:lnTo>
                  <a:pt x="1980336" y="3398062"/>
                </a:lnTo>
                <a:lnTo>
                  <a:pt x="2020544" y="3334639"/>
                </a:lnTo>
                <a:lnTo>
                  <a:pt x="2034171" y="3292614"/>
                </a:lnTo>
                <a:lnTo>
                  <a:pt x="2043239" y="3244240"/>
                </a:lnTo>
                <a:lnTo>
                  <a:pt x="2047595" y="3189922"/>
                </a:lnTo>
                <a:lnTo>
                  <a:pt x="2047074" y="3130054"/>
                </a:lnTo>
                <a:lnTo>
                  <a:pt x="2041525" y="3065043"/>
                </a:lnTo>
                <a:lnTo>
                  <a:pt x="2035860" y="3016135"/>
                </a:lnTo>
                <a:lnTo>
                  <a:pt x="2030120" y="2963049"/>
                </a:lnTo>
                <a:lnTo>
                  <a:pt x="2024519" y="2907944"/>
                </a:lnTo>
                <a:lnTo>
                  <a:pt x="2019261" y="2852991"/>
                </a:lnTo>
                <a:lnTo>
                  <a:pt x="2014537" y="2800362"/>
                </a:lnTo>
                <a:lnTo>
                  <a:pt x="2010562" y="2752217"/>
                </a:lnTo>
                <a:lnTo>
                  <a:pt x="2007552" y="2710738"/>
                </a:lnTo>
                <a:lnTo>
                  <a:pt x="1997163" y="2551963"/>
                </a:lnTo>
                <a:lnTo>
                  <a:pt x="2645295" y="2270214"/>
                </a:lnTo>
                <a:lnTo>
                  <a:pt x="2645295" y="2907423"/>
                </a:lnTo>
                <a:lnTo>
                  <a:pt x="2645537" y="2998190"/>
                </a:lnTo>
                <a:lnTo>
                  <a:pt x="2646261" y="3082137"/>
                </a:lnTo>
                <a:lnTo>
                  <a:pt x="2647480" y="3159353"/>
                </a:lnTo>
                <a:lnTo>
                  <a:pt x="2649194" y="3229953"/>
                </a:lnTo>
                <a:lnTo>
                  <a:pt x="2651429" y="3294024"/>
                </a:lnTo>
                <a:lnTo>
                  <a:pt x="2654173" y="3351695"/>
                </a:lnTo>
                <a:lnTo>
                  <a:pt x="2657437" y="3403066"/>
                </a:lnTo>
                <a:lnTo>
                  <a:pt x="2661234" y="3448227"/>
                </a:lnTo>
                <a:lnTo>
                  <a:pt x="2665565" y="3487305"/>
                </a:lnTo>
                <a:lnTo>
                  <a:pt x="2675890" y="3547592"/>
                </a:lnTo>
                <a:lnTo>
                  <a:pt x="2688463" y="3584765"/>
                </a:lnTo>
                <a:lnTo>
                  <a:pt x="2732671" y="3621976"/>
                </a:lnTo>
                <a:lnTo>
                  <a:pt x="2776499" y="3638105"/>
                </a:lnTo>
                <a:lnTo>
                  <a:pt x="2823654" y="3643680"/>
                </a:lnTo>
                <a:lnTo>
                  <a:pt x="2870758" y="3639045"/>
                </a:lnTo>
                <a:lnTo>
                  <a:pt x="2914383" y="3624529"/>
                </a:lnTo>
                <a:lnTo>
                  <a:pt x="2951149" y="3600462"/>
                </a:lnTo>
                <a:lnTo>
                  <a:pt x="2977642" y="3567188"/>
                </a:lnTo>
                <a:lnTo>
                  <a:pt x="2988106" y="3516439"/>
                </a:lnTo>
                <a:lnTo>
                  <a:pt x="2992869" y="3469881"/>
                </a:lnTo>
                <a:lnTo>
                  <a:pt x="2997314" y="3410394"/>
                </a:lnTo>
                <a:lnTo>
                  <a:pt x="3001454" y="3338868"/>
                </a:lnTo>
                <a:lnTo>
                  <a:pt x="3003410" y="3298875"/>
                </a:lnTo>
                <a:lnTo>
                  <a:pt x="3005290" y="3256216"/>
                </a:lnTo>
                <a:lnTo>
                  <a:pt x="3008807" y="3163341"/>
                </a:lnTo>
                <a:lnTo>
                  <a:pt x="3012008" y="3061131"/>
                </a:lnTo>
                <a:lnTo>
                  <a:pt x="3014903" y="2950476"/>
                </a:lnTo>
                <a:lnTo>
                  <a:pt x="3017482" y="2832303"/>
                </a:lnTo>
                <a:lnTo>
                  <a:pt x="3019755" y="2707475"/>
                </a:lnTo>
                <a:lnTo>
                  <a:pt x="3021711" y="2576919"/>
                </a:lnTo>
                <a:lnTo>
                  <a:pt x="3023349" y="2441524"/>
                </a:lnTo>
                <a:lnTo>
                  <a:pt x="3025216" y="2231326"/>
                </a:lnTo>
                <a:lnTo>
                  <a:pt x="3026372" y="2015299"/>
                </a:lnTo>
                <a:lnTo>
                  <a:pt x="3026816" y="1796478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251751" y="2372570"/>
            <a:ext cx="1277620" cy="3179445"/>
          </a:xfrm>
          <a:custGeom>
            <a:avLst/>
            <a:gdLst/>
            <a:ahLst/>
            <a:cxnLst/>
            <a:rect l="l" t="t" r="r" b="b"/>
            <a:pathLst>
              <a:path w="1277620" h="3179445">
                <a:moveTo>
                  <a:pt x="197554" y="2883962"/>
                </a:moveTo>
                <a:lnTo>
                  <a:pt x="140980" y="2874582"/>
                </a:lnTo>
                <a:lnTo>
                  <a:pt x="98476" y="2852840"/>
                </a:lnTo>
                <a:lnTo>
                  <a:pt x="64493" y="2816456"/>
                </a:lnTo>
                <a:lnTo>
                  <a:pt x="38396" y="2762464"/>
                </a:lnTo>
                <a:lnTo>
                  <a:pt x="19550" y="2687896"/>
                </a:lnTo>
                <a:lnTo>
                  <a:pt x="12649" y="2641969"/>
                </a:lnTo>
                <a:lnTo>
                  <a:pt x="7322" y="2589786"/>
                </a:lnTo>
                <a:lnTo>
                  <a:pt x="3491" y="2530976"/>
                </a:lnTo>
                <a:lnTo>
                  <a:pt x="1077" y="2465167"/>
                </a:lnTo>
                <a:lnTo>
                  <a:pt x="0" y="2391990"/>
                </a:lnTo>
                <a:lnTo>
                  <a:pt x="56" y="2366651"/>
                </a:lnTo>
                <a:lnTo>
                  <a:pt x="180" y="2311073"/>
                </a:lnTo>
                <a:lnTo>
                  <a:pt x="1539" y="2222045"/>
                </a:lnTo>
                <a:lnTo>
                  <a:pt x="3998" y="2124536"/>
                </a:lnTo>
                <a:lnTo>
                  <a:pt x="6277" y="2054276"/>
                </a:lnTo>
                <a:lnTo>
                  <a:pt x="6401" y="2050449"/>
                </a:lnTo>
                <a:lnTo>
                  <a:pt x="9267" y="1976682"/>
                </a:lnTo>
                <a:lnTo>
                  <a:pt x="12541" y="1904813"/>
                </a:lnTo>
                <a:lnTo>
                  <a:pt x="16265" y="1833742"/>
                </a:lnTo>
                <a:lnTo>
                  <a:pt x="20409" y="1764132"/>
                </a:lnTo>
                <a:lnTo>
                  <a:pt x="24979" y="1695773"/>
                </a:lnTo>
                <a:lnTo>
                  <a:pt x="29975" y="1628672"/>
                </a:lnTo>
                <a:lnTo>
                  <a:pt x="35394" y="1562837"/>
                </a:lnTo>
                <a:lnTo>
                  <a:pt x="41236" y="1498274"/>
                </a:lnTo>
                <a:lnTo>
                  <a:pt x="47497" y="1434991"/>
                </a:lnTo>
                <a:lnTo>
                  <a:pt x="54178" y="1372995"/>
                </a:lnTo>
                <a:lnTo>
                  <a:pt x="61276" y="1312294"/>
                </a:lnTo>
                <a:lnTo>
                  <a:pt x="68788" y="1252896"/>
                </a:lnTo>
                <a:lnTo>
                  <a:pt x="76715" y="1194807"/>
                </a:lnTo>
                <a:lnTo>
                  <a:pt x="85053" y="1138035"/>
                </a:lnTo>
                <a:lnTo>
                  <a:pt x="93802" y="1082588"/>
                </a:lnTo>
                <a:lnTo>
                  <a:pt x="102959" y="1028472"/>
                </a:lnTo>
                <a:lnTo>
                  <a:pt x="112524" y="975696"/>
                </a:lnTo>
                <a:lnTo>
                  <a:pt x="122512" y="924176"/>
                </a:lnTo>
                <a:lnTo>
                  <a:pt x="132866" y="874190"/>
                </a:lnTo>
                <a:lnTo>
                  <a:pt x="143641" y="825475"/>
                </a:lnTo>
                <a:lnTo>
                  <a:pt x="154816" y="778130"/>
                </a:lnTo>
                <a:lnTo>
                  <a:pt x="166389" y="732160"/>
                </a:lnTo>
                <a:lnTo>
                  <a:pt x="178359" y="687574"/>
                </a:lnTo>
                <a:lnTo>
                  <a:pt x="190724" y="644379"/>
                </a:lnTo>
                <a:lnTo>
                  <a:pt x="203483" y="602582"/>
                </a:lnTo>
                <a:lnTo>
                  <a:pt x="216633" y="562190"/>
                </a:lnTo>
                <a:lnTo>
                  <a:pt x="230174" y="523212"/>
                </a:lnTo>
                <a:lnTo>
                  <a:pt x="244103" y="485654"/>
                </a:lnTo>
                <a:lnTo>
                  <a:pt x="258418" y="449525"/>
                </a:lnTo>
                <a:lnTo>
                  <a:pt x="288202" y="381578"/>
                </a:lnTo>
                <a:lnTo>
                  <a:pt x="319513" y="319432"/>
                </a:lnTo>
                <a:lnTo>
                  <a:pt x="352337" y="263144"/>
                </a:lnTo>
                <a:lnTo>
                  <a:pt x="386660" y="212776"/>
                </a:lnTo>
                <a:lnTo>
                  <a:pt x="422469" y="168384"/>
                </a:lnTo>
                <a:lnTo>
                  <a:pt x="459751" y="130030"/>
                </a:lnTo>
                <a:lnTo>
                  <a:pt x="503030" y="92228"/>
                </a:lnTo>
                <a:lnTo>
                  <a:pt x="544708" y="60903"/>
                </a:lnTo>
                <a:lnTo>
                  <a:pt x="585075" y="36036"/>
                </a:lnTo>
                <a:lnTo>
                  <a:pt x="624418" y="17608"/>
                </a:lnTo>
                <a:lnTo>
                  <a:pt x="663027" y="5602"/>
                </a:lnTo>
                <a:lnTo>
                  <a:pt x="701190" y="0"/>
                </a:lnTo>
                <a:lnTo>
                  <a:pt x="739195" y="782"/>
                </a:lnTo>
                <a:lnTo>
                  <a:pt x="777331" y="7931"/>
                </a:lnTo>
                <a:lnTo>
                  <a:pt x="815886" y="21429"/>
                </a:lnTo>
                <a:lnTo>
                  <a:pt x="855149" y="41257"/>
                </a:lnTo>
                <a:lnTo>
                  <a:pt x="895409" y="67398"/>
                </a:lnTo>
                <a:lnTo>
                  <a:pt x="936954" y="99832"/>
                </a:lnTo>
                <a:lnTo>
                  <a:pt x="985813" y="148061"/>
                </a:lnTo>
                <a:lnTo>
                  <a:pt x="1030597" y="207321"/>
                </a:lnTo>
                <a:lnTo>
                  <a:pt x="1051518" y="241241"/>
                </a:lnTo>
                <a:lnTo>
                  <a:pt x="1071490" y="278103"/>
                </a:lnTo>
                <a:lnTo>
                  <a:pt x="1090536" y="317968"/>
                </a:lnTo>
                <a:lnTo>
                  <a:pt x="1108677" y="360898"/>
                </a:lnTo>
                <a:lnTo>
                  <a:pt x="1125939" y="406955"/>
                </a:lnTo>
                <a:lnTo>
                  <a:pt x="1135984" y="437110"/>
                </a:lnTo>
                <a:lnTo>
                  <a:pt x="708961" y="437110"/>
                </a:lnTo>
                <a:lnTo>
                  <a:pt x="688337" y="443693"/>
                </a:lnTo>
                <a:lnTo>
                  <a:pt x="649065" y="482181"/>
                </a:lnTo>
                <a:lnTo>
                  <a:pt x="620109" y="531579"/>
                </a:lnTo>
                <a:lnTo>
                  <a:pt x="590157" y="600263"/>
                </a:lnTo>
                <a:lnTo>
                  <a:pt x="575054" y="640887"/>
                </a:lnTo>
                <a:lnTo>
                  <a:pt x="559999" y="685193"/>
                </a:lnTo>
                <a:lnTo>
                  <a:pt x="545090" y="732800"/>
                </a:lnTo>
                <a:lnTo>
                  <a:pt x="530427" y="783330"/>
                </a:lnTo>
                <a:lnTo>
                  <a:pt x="516107" y="836402"/>
                </a:lnTo>
                <a:lnTo>
                  <a:pt x="502231" y="891637"/>
                </a:lnTo>
                <a:lnTo>
                  <a:pt x="488897" y="948654"/>
                </a:lnTo>
                <a:lnTo>
                  <a:pt x="476203" y="1007073"/>
                </a:lnTo>
                <a:lnTo>
                  <a:pt x="464248" y="1066516"/>
                </a:lnTo>
                <a:lnTo>
                  <a:pt x="453133" y="1126602"/>
                </a:lnTo>
                <a:lnTo>
                  <a:pt x="442954" y="1186950"/>
                </a:lnTo>
                <a:lnTo>
                  <a:pt x="433812" y="1247183"/>
                </a:lnTo>
                <a:lnTo>
                  <a:pt x="425805" y="1306918"/>
                </a:lnTo>
                <a:lnTo>
                  <a:pt x="419032" y="1365778"/>
                </a:lnTo>
                <a:lnTo>
                  <a:pt x="413591" y="1423381"/>
                </a:lnTo>
                <a:lnTo>
                  <a:pt x="407911" y="1486982"/>
                </a:lnTo>
                <a:lnTo>
                  <a:pt x="402680" y="1541858"/>
                </a:lnTo>
                <a:lnTo>
                  <a:pt x="398565" y="1588538"/>
                </a:lnTo>
                <a:lnTo>
                  <a:pt x="396232" y="1627553"/>
                </a:lnTo>
                <a:lnTo>
                  <a:pt x="396349" y="1659434"/>
                </a:lnTo>
                <a:lnTo>
                  <a:pt x="406599" y="1703912"/>
                </a:lnTo>
                <a:lnTo>
                  <a:pt x="457020" y="1730378"/>
                </a:lnTo>
                <a:lnTo>
                  <a:pt x="1274456" y="1730587"/>
                </a:lnTo>
                <a:lnTo>
                  <a:pt x="1274944" y="1764132"/>
                </a:lnTo>
                <a:lnTo>
                  <a:pt x="1275784" y="1833742"/>
                </a:lnTo>
                <a:lnTo>
                  <a:pt x="1276441" y="1904594"/>
                </a:lnTo>
                <a:lnTo>
                  <a:pt x="1276879" y="1971928"/>
                </a:lnTo>
                <a:lnTo>
                  <a:pt x="1277142" y="2039006"/>
                </a:lnTo>
                <a:lnTo>
                  <a:pt x="1277142" y="2048505"/>
                </a:lnTo>
                <a:lnTo>
                  <a:pt x="901215" y="2048505"/>
                </a:lnTo>
                <a:lnTo>
                  <a:pt x="785887" y="2048972"/>
                </a:lnTo>
                <a:lnTo>
                  <a:pt x="741484" y="2050449"/>
                </a:lnTo>
                <a:lnTo>
                  <a:pt x="687445" y="2054276"/>
                </a:lnTo>
                <a:lnTo>
                  <a:pt x="628350" y="2060010"/>
                </a:lnTo>
                <a:lnTo>
                  <a:pt x="568779" y="2067205"/>
                </a:lnTo>
                <a:lnTo>
                  <a:pt x="513310" y="2075417"/>
                </a:lnTo>
                <a:lnTo>
                  <a:pt x="356051" y="2101413"/>
                </a:lnTo>
                <a:lnTo>
                  <a:pt x="355968" y="2429196"/>
                </a:lnTo>
                <a:lnTo>
                  <a:pt x="354866" y="2506026"/>
                </a:lnTo>
                <a:lnTo>
                  <a:pt x="351261" y="2579966"/>
                </a:lnTo>
                <a:lnTo>
                  <a:pt x="345162" y="2645391"/>
                </a:lnTo>
                <a:lnTo>
                  <a:pt x="336493" y="2702483"/>
                </a:lnTo>
                <a:lnTo>
                  <a:pt x="325179" y="2751422"/>
                </a:lnTo>
                <a:lnTo>
                  <a:pt x="311146" y="2792389"/>
                </a:lnTo>
                <a:lnTo>
                  <a:pt x="274619" y="2851128"/>
                </a:lnTo>
                <a:lnTo>
                  <a:pt x="226312" y="2880146"/>
                </a:lnTo>
                <a:lnTo>
                  <a:pt x="197554" y="2883962"/>
                </a:lnTo>
                <a:close/>
              </a:path>
              <a:path w="1277620" h="3179445">
                <a:moveTo>
                  <a:pt x="1274456" y="1730587"/>
                </a:moveTo>
                <a:lnTo>
                  <a:pt x="485840" y="1730587"/>
                </a:lnTo>
                <a:lnTo>
                  <a:pt x="521778" y="1727374"/>
                </a:lnTo>
                <a:lnTo>
                  <a:pt x="565502" y="1721269"/>
                </a:lnTo>
                <a:lnTo>
                  <a:pt x="913399" y="1665013"/>
                </a:lnTo>
                <a:lnTo>
                  <a:pt x="886698" y="1257569"/>
                </a:lnTo>
                <a:lnTo>
                  <a:pt x="882842" y="1204888"/>
                </a:lnTo>
                <a:lnTo>
                  <a:pt x="878105" y="1150676"/>
                </a:lnTo>
                <a:lnTo>
                  <a:pt x="872578" y="1095536"/>
                </a:lnTo>
                <a:lnTo>
                  <a:pt x="866349" y="1040072"/>
                </a:lnTo>
                <a:lnTo>
                  <a:pt x="859508" y="984888"/>
                </a:lnTo>
                <a:lnTo>
                  <a:pt x="852143" y="930587"/>
                </a:lnTo>
                <a:lnTo>
                  <a:pt x="844344" y="877773"/>
                </a:lnTo>
                <a:lnTo>
                  <a:pt x="836200" y="827050"/>
                </a:lnTo>
                <a:lnTo>
                  <a:pt x="827800" y="779021"/>
                </a:lnTo>
                <a:lnTo>
                  <a:pt x="819234" y="734291"/>
                </a:lnTo>
                <a:lnTo>
                  <a:pt x="810591" y="693462"/>
                </a:lnTo>
                <a:lnTo>
                  <a:pt x="793428" y="625926"/>
                </a:lnTo>
                <a:lnTo>
                  <a:pt x="767026" y="540323"/>
                </a:lnTo>
                <a:lnTo>
                  <a:pt x="745810" y="482362"/>
                </a:lnTo>
                <a:lnTo>
                  <a:pt x="727287" y="448979"/>
                </a:lnTo>
                <a:lnTo>
                  <a:pt x="708961" y="437110"/>
                </a:lnTo>
                <a:lnTo>
                  <a:pt x="1135984" y="437110"/>
                </a:lnTo>
                <a:lnTo>
                  <a:pt x="1157912" y="508692"/>
                </a:lnTo>
                <a:lnTo>
                  <a:pt x="1172670" y="564496"/>
                </a:lnTo>
                <a:lnTo>
                  <a:pt x="1186640" y="623672"/>
                </a:lnTo>
                <a:lnTo>
                  <a:pt x="1199844" y="686281"/>
                </a:lnTo>
                <a:lnTo>
                  <a:pt x="1212306" y="752385"/>
                </a:lnTo>
                <a:lnTo>
                  <a:pt x="1224049" y="822045"/>
                </a:lnTo>
                <a:lnTo>
                  <a:pt x="1235096" y="895323"/>
                </a:lnTo>
                <a:lnTo>
                  <a:pt x="1242404" y="956888"/>
                </a:lnTo>
                <a:lnTo>
                  <a:pt x="1249016" y="1033073"/>
                </a:lnTo>
                <a:lnTo>
                  <a:pt x="1252062" y="1076135"/>
                </a:lnTo>
                <a:lnTo>
                  <a:pt x="1254934" y="1122236"/>
                </a:lnTo>
                <a:lnTo>
                  <a:pt x="1257632" y="1171172"/>
                </a:lnTo>
                <a:lnTo>
                  <a:pt x="1260156" y="1222737"/>
                </a:lnTo>
                <a:lnTo>
                  <a:pt x="1262507" y="1276726"/>
                </a:lnTo>
                <a:lnTo>
                  <a:pt x="1264683" y="1332935"/>
                </a:lnTo>
                <a:lnTo>
                  <a:pt x="1266685" y="1391156"/>
                </a:lnTo>
                <a:lnTo>
                  <a:pt x="1268514" y="1451187"/>
                </a:lnTo>
                <a:lnTo>
                  <a:pt x="1270169" y="1512821"/>
                </a:lnTo>
                <a:lnTo>
                  <a:pt x="1271649" y="1575854"/>
                </a:lnTo>
                <a:lnTo>
                  <a:pt x="1272956" y="1640080"/>
                </a:lnTo>
                <a:lnTo>
                  <a:pt x="1273731" y="1684710"/>
                </a:lnTo>
                <a:lnTo>
                  <a:pt x="1273839" y="1690903"/>
                </a:lnTo>
                <a:lnTo>
                  <a:pt x="1273923" y="1695773"/>
                </a:lnTo>
                <a:lnTo>
                  <a:pt x="1274040" y="1702503"/>
                </a:lnTo>
                <a:lnTo>
                  <a:pt x="1274089" y="1705294"/>
                </a:lnTo>
                <a:lnTo>
                  <a:pt x="1274198" y="1712802"/>
                </a:lnTo>
                <a:lnTo>
                  <a:pt x="1274321" y="1721269"/>
                </a:lnTo>
                <a:lnTo>
                  <a:pt x="1274410" y="1727374"/>
                </a:lnTo>
                <a:lnTo>
                  <a:pt x="1274456" y="1730587"/>
                </a:lnTo>
                <a:close/>
              </a:path>
              <a:path w="1277620" h="3179445">
                <a:moveTo>
                  <a:pt x="1080139" y="3179173"/>
                </a:moveTo>
                <a:lnTo>
                  <a:pt x="1032866" y="3173844"/>
                </a:lnTo>
                <a:lnTo>
                  <a:pt x="988850" y="3157705"/>
                </a:lnTo>
                <a:lnTo>
                  <a:pt x="951533" y="3130396"/>
                </a:lnTo>
                <a:lnTo>
                  <a:pt x="927761" y="3068496"/>
                </a:lnTo>
                <a:lnTo>
                  <a:pt x="916122" y="2988897"/>
                </a:lnTo>
                <a:lnTo>
                  <a:pt x="911558" y="2937535"/>
                </a:lnTo>
                <a:lnTo>
                  <a:pt x="907984" y="2880889"/>
                </a:lnTo>
                <a:lnTo>
                  <a:pt x="907937" y="2880146"/>
                </a:lnTo>
                <a:lnTo>
                  <a:pt x="907829" y="2878439"/>
                </a:lnTo>
                <a:lnTo>
                  <a:pt x="905143" y="2816456"/>
                </a:lnTo>
                <a:lnTo>
                  <a:pt x="905048" y="2814262"/>
                </a:lnTo>
                <a:lnTo>
                  <a:pt x="904932" y="2811587"/>
                </a:lnTo>
                <a:lnTo>
                  <a:pt x="902866" y="2736959"/>
                </a:lnTo>
                <a:lnTo>
                  <a:pt x="901749" y="2662588"/>
                </a:lnTo>
                <a:lnTo>
                  <a:pt x="901628" y="2654534"/>
                </a:lnTo>
                <a:lnTo>
                  <a:pt x="901411" y="2607168"/>
                </a:lnTo>
                <a:lnTo>
                  <a:pt x="901332" y="2589786"/>
                </a:lnTo>
                <a:lnTo>
                  <a:pt x="901215" y="2048505"/>
                </a:lnTo>
                <a:lnTo>
                  <a:pt x="1277142" y="2048505"/>
                </a:lnTo>
                <a:lnTo>
                  <a:pt x="1277145" y="2172228"/>
                </a:lnTo>
                <a:lnTo>
                  <a:pt x="1276948" y="2222045"/>
                </a:lnTo>
                <a:lnTo>
                  <a:pt x="1276885" y="2237962"/>
                </a:lnTo>
                <a:lnTo>
                  <a:pt x="1276451" y="2302838"/>
                </a:lnTo>
                <a:lnTo>
                  <a:pt x="1275843" y="2366651"/>
                </a:lnTo>
                <a:lnTo>
                  <a:pt x="1275133" y="2423392"/>
                </a:lnTo>
                <a:lnTo>
                  <a:pt x="1275060" y="2429196"/>
                </a:lnTo>
                <a:lnTo>
                  <a:pt x="1274104" y="2490267"/>
                </a:lnTo>
                <a:lnTo>
                  <a:pt x="1272973" y="2549659"/>
                </a:lnTo>
                <a:lnTo>
                  <a:pt x="1271668" y="2607168"/>
                </a:lnTo>
                <a:lnTo>
                  <a:pt x="1270189" y="2662588"/>
                </a:lnTo>
                <a:lnTo>
                  <a:pt x="1268536" y="2715713"/>
                </a:lnTo>
                <a:lnTo>
                  <a:pt x="1266708" y="2766340"/>
                </a:lnTo>
                <a:lnTo>
                  <a:pt x="1264818" y="2811587"/>
                </a:lnTo>
                <a:lnTo>
                  <a:pt x="1262530" y="2859275"/>
                </a:lnTo>
                <a:lnTo>
                  <a:pt x="1260179" y="2901173"/>
                </a:lnTo>
                <a:lnTo>
                  <a:pt x="1257654" y="2939752"/>
                </a:lnTo>
                <a:lnTo>
                  <a:pt x="1252081" y="3006129"/>
                </a:lnTo>
                <a:lnTo>
                  <a:pt x="1245810" y="3056765"/>
                </a:lnTo>
                <a:lnTo>
                  <a:pt x="1235096" y="3099617"/>
                </a:lnTo>
                <a:lnTo>
                  <a:pt x="1208147" y="3133914"/>
                </a:lnTo>
                <a:lnTo>
                  <a:pt x="1171115" y="3158847"/>
                </a:lnTo>
                <a:lnTo>
                  <a:pt x="1127334" y="3174053"/>
                </a:lnTo>
                <a:lnTo>
                  <a:pt x="1080139" y="3179173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07898" y="5625879"/>
            <a:ext cx="1191260" cy="2134235"/>
          </a:xfrm>
          <a:custGeom>
            <a:avLst/>
            <a:gdLst/>
            <a:ahLst/>
            <a:cxnLst/>
            <a:rect l="l" t="t" r="r" b="b"/>
            <a:pathLst>
              <a:path w="1191259" h="2134234">
                <a:moveTo>
                  <a:pt x="425042" y="2133660"/>
                </a:moveTo>
                <a:lnTo>
                  <a:pt x="351795" y="2124414"/>
                </a:lnTo>
                <a:lnTo>
                  <a:pt x="281622" y="2097060"/>
                </a:lnTo>
                <a:lnTo>
                  <a:pt x="248089" y="2076367"/>
                </a:lnTo>
                <a:lnTo>
                  <a:pt x="203695" y="2037609"/>
                </a:lnTo>
                <a:lnTo>
                  <a:pt x="163230" y="1986767"/>
                </a:lnTo>
                <a:lnTo>
                  <a:pt x="126853" y="1924686"/>
                </a:lnTo>
                <a:lnTo>
                  <a:pt x="110247" y="1889693"/>
                </a:lnTo>
                <a:lnTo>
                  <a:pt x="94721" y="1852207"/>
                </a:lnTo>
                <a:lnTo>
                  <a:pt x="80297" y="1812332"/>
                </a:lnTo>
                <a:lnTo>
                  <a:pt x="66993" y="1770174"/>
                </a:lnTo>
                <a:lnTo>
                  <a:pt x="54829" y="1725838"/>
                </a:lnTo>
                <a:lnTo>
                  <a:pt x="43825" y="1679430"/>
                </a:lnTo>
                <a:lnTo>
                  <a:pt x="34001" y="1631054"/>
                </a:lnTo>
                <a:lnTo>
                  <a:pt x="25376" y="1580817"/>
                </a:lnTo>
                <a:lnTo>
                  <a:pt x="17971" y="1528823"/>
                </a:lnTo>
                <a:lnTo>
                  <a:pt x="11851" y="1475584"/>
                </a:lnTo>
                <a:lnTo>
                  <a:pt x="6932" y="1420386"/>
                </a:lnTo>
                <a:lnTo>
                  <a:pt x="3386" y="1365205"/>
                </a:lnTo>
                <a:lnTo>
                  <a:pt x="1140" y="1310475"/>
                </a:lnTo>
                <a:lnTo>
                  <a:pt x="1047" y="1308158"/>
                </a:lnTo>
                <a:lnTo>
                  <a:pt x="936" y="1305392"/>
                </a:lnTo>
                <a:lnTo>
                  <a:pt x="85" y="1255673"/>
                </a:lnTo>
                <a:lnTo>
                  <a:pt x="0" y="1231851"/>
                </a:lnTo>
                <a:lnTo>
                  <a:pt x="171" y="1200001"/>
                </a:lnTo>
                <a:lnTo>
                  <a:pt x="1928" y="1124540"/>
                </a:lnTo>
                <a:lnTo>
                  <a:pt x="4987" y="1062288"/>
                </a:lnTo>
                <a:lnTo>
                  <a:pt x="9442" y="999229"/>
                </a:lnTo>
                <a:lnTo>
                  <a:pt x="15314" y="935466"/>
                </a:lnTo>
                <a:lnTo>
                  <a:pt x="22622" y="871106"/>
                </a:lnTo>
                <a:lnTo>
                  <a:pt x="33387" y="788289"/>
                </a:lnTo>
                <a:lnTo>
                  <a:pt x="44397" y="711626"/>
                </a:lnTo>
                <a:lnTo>
                  <a:pt x="55767" y="640816"/>
                </a:lnTo>
                <a:lnTo>
                  <a:pt x="67612" y="575553"/>
                </a:lnTo>
                <a:lnTo>
                  <a:pt x="80047" y="515535"/>
                </a:lnTo>
                <a:lnTo>
                  <a:pt x="93186" y="460459"/>
                </a:lnTo>
                <a:lnTo>
                  <a:pt x="107145" y="410019"/>
                </a:lnTo>
                <a:lnTo>
                  <a:pt x="122039" y="363913"/>
                </a:lnTo>
                <a:lnTo>
                  <a:pt x="137983" y="321837"/>
                </a:lnTo>
                <a:lnTo>
                  <a:pt x="155092" y="283487"/>
                </a:lnTo>
                <a:lnTo>
                  <a:pt x="173480" y="248560"/>
                </a:lnTo>
                <a:lnTo>
                  <a:pt x="214556" y="187759"/>
                </a:lnTo>
                <a:lnTo>
                  <a:pt x="262131" y="137005"/>
                </a:lnTo>
                <a:lnTo>
                  <a:pt x="317126" y="93868"/>
                </a:lnTo>
                <a:lnTo>
                  <a:pt x="356902" y="69910"/>
                </a:lnTo>
                <a:lnTo>
                  <a:pt x="400323" y="49417"/>
                </a:lnTo>
                <a:lnTo>
                  <a:pt x="446782" y="32418"/>
                </a:lnTo>
                <a:lnTo>
                  <a:pt x="495672" y="18946"/>
                </a:lnTo>
                <a:lnTo>
                  <a:pt x="546385" y="9031"/>
                </a:lnTo>
                <a:lnTo>
                  <a:pt x="598315" y="2705"/>
                </a:lnTo>
                <a:lnTo>
                  <a:pt x="650855" y="0"/>
                </a:lnTo>
                <a:lnTo>
                  <a:pt x="703397" y="945"/>
                </a:lnTo>
                <a:lnTo>
                  <a:pt x="755336" y="5572"/>
                </a:lnTo>
                <a:lnTo>
                  <a:pt x="806063" y="13913"/>
                </a:lnTo>
                <a:lnTo>
                  <a:pt x="854973" y="25999"/>
                </a:lnTo>
                <a:lnTo>
                  <a:pt x="901457" y="41861"/>
                </a:lnTo>
                <a:lnTo>
                  <a:pt x="944910" y="61530"/>
                </a:lnTo>
                <a:lnTo>
                  <a:pt x="994518" y="93518"/>
                </a:lnTo>
                <a:lnTo>
                  <a:pt x="1038510" y="134872"/>
                </a:lnTo>
                <a:lnTo>
                  <a:pt x="1076899" y="184994"/>
                </a:lnTo>
                <a:lnTo>
                  <a:pt x="1109696" y="243289"/>
                </a:lnTo>
                <a:lnTo>
                  <a:pt x="1136913" y="309159"/>
                </a:lnTo>
                <a:lnTo>
                  <a:pt x="1157178" y="376920"/>
                </a:lnTo>
                <a:lnTo>
                  <a:pt x="630296" y="376920"/>
                </a:lnTo>
                <a:lnTo>
                  <a:pt x="567410" y="379813"/>
                </a:lnTo>
                <a:lnTo>
                  <a:pt x="520860" y="390212"/>
                </a:lnTo>
                <a:lnTo>
                  <a:pt x="486287" y="410697"/>
                </a:lnTo>
                <a:lnTo>
                  <a:pt x="459330" y="443849"/>
                </a:lnTo>
                <a:lnTo>
                  <a:pt x="435634" y="492248"/>
                </a:lnTo>
                <a:lnTo>
                  <a:pt x="422680" y="541599"/>
                </a:lnTo>
                <a:lnTo>
                  <a:pt x="411432" y="619198"/>
                </a:lnTo>
                <a:lnTo>
                  <a:pt x="406478" y="666813"/>
                </a:lnTo>
                <a:lnTo>
                  <a:pt x="401988" y="719358"/>
                </a:lnTo>
                <a:lnTo>
                  <a:pt x="397973" y="776120"/>
                </a:lnTo>
                <a:lnTo>
                  <a:pt x="394448" y="836390"/>
                </a:lnTo>
                <a:lnTo>
                  <a:pt x="391422" y="899457"/>
                </a:lnTo>
                <a:lnTo>
                  <a:pt x="388910" y="964609"/>
                </a:lnTo>
                <a:lnTo>
                  <a:pt x="386926" y="1031063"/>
                </a:lnTo>
                <a:lnTo>
                  <a:pt x="385476" y="1098325"/>
                </a:lnTo>
                <a:lnTo>
                  <a:pt x="384578" y="1165467"/>
                </a:lnTo>
                <a:lnTo>
                  <a:pt x="384475" y="1185878"/>
                </a:lnTo>
                <a:lnTo>
                  <a:pt x="384404" y="1200001"/>
                </a:lnTo>
                <a:lnTo>
                  <a:pt x="384331" y="1255673"/>
                </a:lnTo>
                <a:lnTo>
                  <a:pt x="384483" y="1296765"/>
                </a:lnTo>
                <a:lnTo>
                  <a:pt x="385311" y="1359500"/>
                </a:lnTo>
                <a:lnTo>
                  <a:pt x="386714" y="1418285"/>
                </a:lnTo>
                <a:lnTo>
                  <a:pt x="388701" y="1473431"/>
                </a:lnTo>
                <a:lnTo>
                  <a:pt x="391372" y="1526087"/>
                </a:lnTo>
                <a:lnTo>
                  <a:pt x="394690" y="1573601"/>
                </a:lnTo>
                <a:lnTo>
                  <a:pt x="398697" y="1615552"/>
                </a:lnTo>
                <a:lnTo>
                  <a:pt x="408604" y="1677872"/>
                </a:lnTo>
                <a:lnTo>
                  <a:pt x="435385" y="1742514"/>
                </a:lnTo>
                <a:lnTo>
                  <a:pt x="454811" y="1755186"/>
                </a:lnTo>
                <a:lnTo>
                  <a:pt x="907274" y="1755186"/>
                </a:lnTo>
                <a:lnTo>
                  <a:pt x="883899" y="1798129"/>
                </a:lnTo>
                <a:lnTo>
                  <a:pt x="854338" y="1845967"/>
                </a:lnTo>
                <a:lnTo>
                  <a:pt x="823208" y="1890437"/>
                </a:lnTo>
                <a:lnTo>
                  <a:pt x="790678" y="1931457"/>
                </a:lnTo>
                <a:lnTo>
                  <a:pt x="756913" y="1968943"/>
                </a:lnTo>
                <a:lnTo>
                  <a:pt x="722082" y="2002814"/>
                </a:lnTo>
                <a:lnTo>
                  <a:pt x="686350" y="2032985"/>
                </a:lnTo>
                <a:lnTo>
                  <a:pt x="649885" y="2059375"/>
                </a:lnTo>
                <a:lnTo>
                  <a:pt x="612853" y="2081900"/>
                </a:lnTo>
                <a:lnTo>
                  <a:pt x="575423" y="2100478"/>
                </a:lnTo>
                <a:lnTo>
                  <a:pt x="537759" y="2115026"/>
                </a:lnTo>
                <a:lnTo>
                  <a:pt x="500030" y="2125461"/>
                </a:lnTo>
                <a:lnTo>
                  <a:pt x="462402" y="2131700"/>
                </a:lnTo>
                <a:lnTo>
                  <a:pt x="425042" y="2133660"/>
                </a:lnTo>
                <a:close/>
              </a:path>
              <a:path w="1191259" h="2134234">
                <a:moveTo>
                  <a:pt x="907274" y="1755186"/>
                </a:moveTo>
                <a:lnTo>
                  <a:pt x="454811" y="1755186"/>
                </a:lnTo>
                <a:lnTo>
                  <a:pt x="482323" y="1733847"/>
                </a:lnTo>
                <a:lnTo>
                  <a:pt x="527388" y="1676755"/>
                </a:lnTo>
                <a:lnTo>
                  <a:pt x="564753" y="1615552"/>
                </a:lnTo>
                <a:lnTo>
                  <a:pt x="586080" y="1573601"/>
                </a:lnTo>
                <a:lnTo>
                  <a:pt x="608269" y="1526087"/>
                </a:lnTo>
                <a:lnTo>
                  <a:pt x="630642" y="1474515"/>
                </a:lnTo>
                <a:lnTo>
                  <a:pt x="652524" y="1420386"/>
                </a:lnTo>
                <a:lnTo>
                  <a:pt x="673238" y="1365205"/>
                </a:lnTo>
                <a:lnTo>
                  <a:pt x="692126" y="1310475"/>
                </a:lnTo>
                <a:lnTo>
                  <a:pt x="709398" y="1255673"/>
                </a:lnTo>
                <a:lnTo>
                  <a:pt x="725561" y="1200001"/>
                </a:lnTo>
                <a:lnTo>
                  <a:pt x="740571" y="1143788"/>
                </a:lnTo>
                <a:lnTo>
                  <a:pt x="754383" y="1087365"/>
                </a:lnTo>
                <a:lnTo>
                  <a:pt x="766952" y="1031063"/>
                </a:lnTo>
                <a:lnTo>
                  <a:pt x="778233" y="975212"/>
                </a:lnTo>
                <a:lnTo>
                  <a:pt x="788182" y="920142"/>
                </a:lnTo>
                <a:lnTo>
                  <a:pt x="796752" y="866183"/>
                </a:lnTo>
                <a:lnTo>
                  <a:pt x="803900" y="813667"/>
                </a:lnTo>
                <a:lnTo>
                  <a:pt x="809580" y="762923"/>
                </a:lnTo>
                <a:lnTo>
                  <a:pt x="813748" y="714282"/>
                </a:lnTo>
                <a:lnTo>
                  <a:pt x="816357" y="668074"/>
                </a:lnTo>
                <a:lnTo>
                  <a:pt x="817365" y="624630"/>
                </a:lnTo>
                <a:lnTo>
                  <a:pt x="816827" y="590754"/>
                </a:lnTo>
                <a:lnTo>
                  <a:pt x="814391" y="547353"/>
                </a:lnTo>
                <a:lnTo>
                  <a:pt x="804468" y="485095"/>
                </a:lnTo>
                <a:lnTo>
                  <a:pt x="789436" y="439078"/>
                </a:lnTo>
                <a:lnTo>
                  <a:pt x="738211" y="388922"/>
                </a:lnTo>
                <a:lnTo>
                  <a:pt x="693476" y="379478"/>
                </a:lnTo>
                <a:lnTo>
                  <a:pt x="630296" y="376920"/>
                </a:lnTo>
                <a:lnTo>
                  <a:pt x="1157178" y="376920"/>
                </a:lnTo>
                <a:lnTo>
                  <a:pt x="1167301" y="420864"/>
                </a:lnTo>
                <a:lnTo>
                  <a:pt x="1174653" y="461241"/>
                </a:lnTo>
                <a:lnTo>
                  <a:pt x="1180619" y="503065"/>
                </a:lnTo>
                <a:lnTo>
                  <a:pt x="1185200" y="546260"/>
                </a:lnTo>
                <a:lnTo>
                  <a:pt x="1188398" y="590754"/>
                </a:lnTo>
                <a:lnTo>
                  <a:pt x="1190214" y="636470"/>
                </a:lnTo>
                <a:lnTo>
                  <a:pt x="1190649" y="683335"/>
                </a:lnTo>
                <a:lnTo>
                  <a:pt x="1189706" y="731274"/>
                </a:lnTo>
                <a:lnTo>
                  <a:pt x="1187385" y="780212"/>
                </a:lnTo>
                <a:lnTo>
                  <a:pt x="1183688" y="830075"/>
                </a:lnTo>
                <a:lnTo>
                  <a:pt x="1178616" y="880788"/>
                </a:lnTo>
                <a:lnTo>
                  <a:pt x="1172172" y="932277"/>
                </a:lnTo>
                <a:lnTo>
                  <a:pt x="1164355" y="984467"/>
                </a:lnTo>
                <a:lnTo>
                  <a:pt x="1155169" y="1037284"/>
                </a:lnTo>
                <a:lnTo>
                  <a:pt x="1144614" y="1090653"/>
                </a:lnTo>
                <a:lnTo>
                  <a:pt x="1132691" y="1144499"/>
                </a:lnTo>
                <a:lnTo>
                  <a:pt x="1119403" y="1198748"/>
                </a:lnTo>
                <a:lnTo>
                  <a:pt x="1104751" y="1253326"/>
                </a:lnTo>
                <a:lnTo>
                  <a:pt x="1088736" y="1308158"/>
                </a:lnTo>
                <a:lnTo>
                  <a:pt x="1071359" y="1363169"/>
                </a:lnTo>
                <a:lnTo>
                  <a:pt x="1052622" y="1418285"/>
                </a:lnTo>
                <a:lnTo>
                  <a:pt x="1032527" y="1473431"/>
                </a:lnTo>
                <a:lnTo>
                  <a:pt x="1011075" y="1528533"/>
                </a:lnTo>
                <a:lnTo>
                  <a:pt x="988268" y="1583516"/>
                </a:lnTo>
                <a:lnTo>
                  <a:pt x="964106" y="1638306"/>
                </a:lnTo>
                <a:lnTo>
                  <a:pt x="938592" y="1692827"/>
                </a:lnTo>
                <a:lnTo>
                  <a:pt x="911727" y="1747007"/>
                </a:lnTo>
                <a:lnTo>
                  <a:pt x="907274" y="1755186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97170" y="6055697"/>
            <a:ext cx="2239645" cy="1756410"/>
          </a:xfrm>
          <a:custGeom>
            <a:avLst/>
            <a:gdLst/>
            <a:ahLst/>
            <a:cxnLst/>
            <a:rect l="l" t="t" r="r" b="b"/>
            <a:pathLst>
              <a:path w="2239645" h="1756409">
                <a:moveTo>
                  <a:pt x="1047451" y="1756272"/>
                </a:moveTo>
                <a:lnTo>
                  <a:pt x="995151" y="1755692"/>
                </a:lnTo>
                <a:lnTo>
                  <a:pt x="943761" y="1753391"/>
                </a:lnTo>
                <a:lnTo>
                  <a:pt x="893591" y="1749343"/>
                </a:lnTo>
                <a:lnTo>
                  <a:pt x="844949" y="1743522"/>
                </a:lnTo>
                <a:lnTo>
                  <a:pt x="798143" y="1735904"/>
                </a:lnTo>
                <a:lnTo>
                  <a:pt x="753484" y="1726461"/>
                </a:lnTo>
                <a:lnTo>
                  <a:pt x="711279" y="1715169"/>
                </a:lnTo>
                <a:lnTo>
                  <a:pt x="671839" y="1702002"/>
                </a:lnTo>
                <a:lnTo>
                  <a:pt x="632502" y="1685773"/>
                </a:lnTo>
                <a:lnTo>
                  <a:pt x="592953" y="1666339"/>
                </a:lnTo>
                <a:lnTo>
                  <a:pt x="553371" y="1643886"/>
                </a:lnTo>
                <a:lnTo>
                  <a:pt x="513938" y="1618597"/>
                </a:lnTo>
                <a:lnTo>
                  <a:pt x="474834" y="1590658"/>
                </a:lnTo>
                <a:lnTo>
                  <a:pt x="436240" y="1560252"/>
                </a:lnTo>
                <a:lnTo>
                  <a:pt x="398337" y="1527565"/>
                </a:lnTo>
                <a:lnTo>
                  <a:pt x="361305" y="1492780"/>
                </a:lnTo>
                <a:lnTo>
                  <a:pt x="325326" y="1456082"/>
                </a:lnTo>
                <a:lnTo>
                  <a:pt x="290579" y="1417655"/>
                </a:lnTo>
                <a:lnTo>
                  <a:pt x="257246" y="1377684"/>
                </a:lnTo>
                <a:lnTo>
                  <a:pt x="225508" y="1336354"/>
                </a:lnTo>
                <a:lnTo>
                  <a:pt x="195544" y="1293848"/>
                </a:lnTo>
                <a:lnTo>
                  <a:pt x="167537" y="1250352"/>
                </a:lnTo>
                <a:lnTo>
                  <a:pt x="141666" y="1206048"/>
                </a:lnTo>
                <a:lnTo>
                  <a:pt x="118113" y="1161123"/>
                </a:lnTo>
                <a:lnTo>
                  <a:pt x="97058" y="1115761"/>
                </a:lnTo>
                <a:lnTo>
                  <a:pt x="80125" y="1074888"/>
                </a:lnTo>
                <a:lnTo>
                  <a:pt x="65161" y="1034623"/>
                </a:lnTo>
                <a:lnTo>
                  <a:pt x="52057" y="994308"/>
                </a:lnTo>
                <a:lnTo>
                  <a:pt x="40707" y="953281"/>
                </a:lnTo>
                <a:lnTo>
                  <a:pt x="31003" y="910881"/>
                </a:lnTo>
                <a:lnTo>
                  <a:pt x="22837" y="866449"/>
                </a:lnTo>
                <a:lnTo>
                  <a:pt x="16102" y="819323"/>
                </a:lnTo>
                <a:lnTo>
                  <a:pt x="10690" y="768844"/>
                </a:lnTo>
                <a:lnTo>
                  <a:pt x="6494" y="714351"/>
                </a:lnTo>
                <a:lnTo>
                  <a:pt x="3405" y="655183"/>
                </a:lnTo>
                <a:lnTo>
                  <a:pt x="1318" y="590680"/>
                </a:lnTo>
                <a:lnTo>
                  <a:pt x="123" y="520182"/>
                </a:lnTo>
                <a:lnTo>
                  <a:pt x="0" y="433285"/>
                </a:lnTo>
                <a:lnTo>
                  <a:pt x="1693" y="355721"/>
                </a:lnTo>
                <a:lnTo>
                  <a:pt x="5347" y="287077"/>
                </a:lnTo>
                <a:lnTo>
                  <a:pt x="11107" y="226937"/>
                </a:lnTo>
                <a:lnTo>
                  <a:pt x="19117" y="174887"/>
                </a:lnTo>
                <a:lnTo>
                  <a:pt x="29521" y="130513"/>
                </a:lnTo>
                <a:lnTo>
                  <a:pt x="42463" y="93400"/>
                </a:lnTo>
                <a:lnTo>
                  <a:pt x="76539" y="39300"/>
                </a:lnTo>
                <a:lnTo>
                  <a:pt x="122501" y="9272"/>
                </a:lnTo>
                <a:lnTo>
                  <a:pt x="181501" y="0"/>
                </a:lnTo>
                <a:lnTo>
                  <a:pt x="213564" y="2036"/>
                </a:lnTo>
                <a:lnTo>
                  <a:pt x="265854" y="20235"/>
                </a:lnTo>
                <a:lnTo>
                  <a:pt x="303935" y="61495"/>
                </a:lnTo>
                <a:lnTo>
                  <a:pt x="329690" y="130891"/>
                </a:lnTo>
                <a:lnTo>
                  <a:pt x="338533" y="177727"/>
                </a:lnTo>
                <a:lnTo>
                  <a:pt x="345002" y="233499"/>
                </a:lnTo>
                <a:lnTo>
                  <a:pt x="349331" y="298843"/>
                </a:lnTo>
                <a:lnTo>
                  <a:pt x="351755" y="374393"/>
                </a:lnTo>
                <a:lnTo>
                  <a:pt x="352511" y="460782"/>
                </a:lnTo>
                <a:lnTo>
                  <a:pt x="352991" y="535653"/>
                </a:lnTo>
                <a:lnTo>
                  <a:pt x="354551" y="602343"/>
                </a:lnTo>
                <a:lnTo>
                  <a:pt x="357370" y="661887"/>
                </a:lnTo>
                <a:lnTo>
                  <a:pt x="361628" y="715326"/>
                </a:lnTo>
                <a:lnTo>
                  <a:pt x="367506" y="763695"/>
                </a:lnTo>
                <a:lnTo>
                  <a:pt x="375183" y="808032"/>
                </a:lnTo>
                <a:lnTo>
                  <a:pt x="384838" y="849376"/>
                </a:lnTo>
                <a:lnTo>
                  <a:pt x="396653" y="888763"/>
                </a:lnTo>
                <a:lnTo>
                  <a:pt x="410806" y="927231"/>
                </a:lnTo>
                <a:lnTo>
                  <a:pt x="427477" y="965817"/>
                </a:lnTo>
                <a:lnTo>
                  <a:pt x="446847" y="1005560"/>
                </a:lnTo>
                <a:lnTo>
                  <a:pt x="471987" y="1051734"/>
                </a:lnTo>
                <a:lnTo>
                  <a:pt x="498741" y="1095042"/>
                </a:lnTo>
                <a:lnTo>
                  <a:pt x="527092" y="1135475"/>
                </a:lnTo>
                <a:lnTo>
                  <a:pt x="557020" y="1173026"/>
                </a:lnTo>
                <a:lnTo>
                  <a:pt x="588509" y="1207687"/>
                </a:lnTo>
                <a:lnTo>
                  <a:pt x="621540" y="1239450"/>
                </a:lnTo>
                <a:lnTo>
                  <a:pt x="656095" y="1268308"/>
                </a:lnTo>
                <a:lnTo>
                  <a:pt x="692155" y="1294253"/>
                </a:lnTo>
                <a:lnTo>
                  <a:pt x="729704" y="1317277"/>
                </a:lnTo>
                <a:lnTo>
                  <a:pt x="768722" y="1337373"/>
                </a:lnTo>
                <a:lnTo>
                  <a:pt x="809192" y="1354533"/>
                </a:lnTo>
                <a:lnTo>
                  <a:pt x="851095" y="1368750"/>
                </a:lnTo>
                <a:lnTo>
                  <a:pt x="894414" y="1380015"/>
                </a:lnTo>
                <a:lnTo>
                  <a:pt x="939131" y="1388320"/>
                </a:lnTo>
                <a:lnTo>
                  <a:pt x="985226" y="1393659"/>
                </a:lnTo>
                <a:lnTo>
                  <a:pt x="1032684" y="1396024"/>
                </a:lnTo>
                <a:lnTo>
                  <a:pt x="1081484" y="1395406"/>
                </a:lnTo>
                <a:lnTo>
                  <a:pt x="1131610" y="1391799"/>
                </a:lnTo>
                <a:lnTo>
                  <a:pt x="1183043" y="1385194"/>
                </a:lnTo>
                <a:lnTo>
                  <a:pt x="1235765" y="1375583"/>
                </a:lnTo>
                <a:lnTo>
                  <a:pt x="1289757" y="1362960"/>
                </a:lnTo>
                <a:lnTo>
                  <a:pt x="1333915" y="1350244"/>
                </a:lnTo>
                <a:lnTo>
                  <a:pt x="1376359" y="1335397"/>
                </a:lnTo>
                <a:lnTo>
                  <a:pt x="1417080" y="1318430"/>
                </a:lnTo>
                <a:lnTo>
                  <a:pt x="1456071" y="1299356"/>
                </a:lnTo>
                <a:lnTo>
                  <a:pt x="1493325" y="1278186"/>
                </a:lnTo>
                <a:lnTo>
                  <a:pt x="1528835" y="1254933"/>
                </a:lnTo>
                <a:lnTo>
                  <a:pt x="1562593" y="1229609"/>
                </a:lnTo>
                <a:lnTo>
                  <a:pt x="1594591" y="1202225"/>
                </a:lnTo>
                <a:lnTo>
                  <a:pt x="1624823" y="1172795"/>
                </a:lnTo>
                <a:lnTo>
                  <a:pt x="1653280" y="1141329"/>
                </a:lnTo>
                <a:lnTo>
                  <a:pt x="1679955" y="1107841"/>
                </a:lnTo>
                <a:lnTo>
                  <a:pt x="1704841" y="1072341"/>
                </a:lnTo>
                <a:lnTo>
                  <a:pt x="1727930" y="1034843"/>
                </a:lnTo>
                <a:lnTo>
                  <a:pt x="1749215" y="995358"/>
                </a:lnTo>
                <a:lnTo>
                  <a:pt x="1768688" y="953898"/>
                </a:lnTo>
                <a:lnTo>
                  <a:pt x="1786342" y="910476"/>
                </a:lnTo>
                <a:lnTo>
                  <a:pt x="1802169" y="865103"/>
                </a:lnTo>
                <a:lnTo>
                  <a:pt x="1816162" y="817792"/>
                </a:lnTo>
                <a:lnTo>
                  <a:pt x="1828314" y="768555"/>
                </a:lnTo>
                <a:lnTo>
                  <a:pt x="1838617" y="717403"/>
                </a:lnTo>
                <a:lnTo>
                  <a:pt x="1847063" y="664349"/>
                </a:lnTo>
                <a:lnTo>
                  <a:pt x="1853645" y="609404"/>
                </a:lnTo>
                <a:lnTo>
                  <a:pt x="1858356" y="552582"/>
                </a:lnTo>
                <a:lnTo>
                  <a:pt x="1861188" y="493894"/>
                </a:lnTo>
                <a:lnTo>
                  <a:pt x="1862133" y="433351"/>
                </a:lnTo>
                <a:lnTo>
                  <a:pt x="1863562" y="359314"/>
                </a:lnTo>
                <a:lnTo>
                  <a:pt x="1868051" y="295470"/>
                </a:lnTo>
                <a:lnTo>
                  <a:pt x="1875907" y="241256"/>
                </a:lnTo>
                <a:lnTo>
                  <a:pt x="1887436" y="196105"/>
                </a:lnTo>
                <a:lnTo>
                  <a:pt x="1902941" y="159452"/>
                </a:lnTo>
                <a:lnTo>
                  <a:pt x="1947108" y="109378"/>
                </a:lnTo>
                <a:lnTo>
                  <a:pt x="2010854" y="86508"/>
                </a:lnTo>
                <a:lnTo>
                  <a:pt x="2050832" y="83862"/>
                </a:lnTo>
                <a:lnTo>
                  <a:pt x="2088282" y="86045"/>
                </a:lnTo>
                <a:lnTo>
                  <a:pt x="2148747" y="105205"/>
                </a:lnTo>
                <a:lnTo>
                  <a:pt x="2191848" y="147861"/>
                </a:lnTo>
                <a:lnTo>
                  <a:pt x="2219838" y="218539"/>
                </a:lnTo>
                <a:lnTo>
                  <a:pt x="2228872" y="265800"/>
                </a:lnTo>
                <a:lnTo>
                  <a:pt x="2234975" y="321764"/>
                </a:lnTo>
                <a:lnTo>
                  <a:pt x="2238428" y="386995"/>
                </a:lnTo>
                <a:lnTo>
                  <a:pt x="2239513" y="462060"/>
                </a:lnTo>
                <a:lnTo>
                  <a:pt x="2238740" y="518454"/>
                </a:lnTo>
                <a:lnTo>
                  <a:pt x="2236429" y="573910"/>
                </a:lnTo>
                <a:lnTo>
                  <a:pt x="2232589" y="628407"/>
                </a:lnTo>
                <a:lnTo>
                  <a:pt x="2227232" y="681925"/>
                </a:lnTo>
                <a:lnTo>
                  <a:pt x="2220366" y="734443"/>
                </a:lnTo>
                <a:lnTo>
                  <a:pt x="2212002" y="785941"/>
                </a:lnTo>
                <a:lnTo>
                  <a:pt x="2202151" y="836397"/>
                </a:lnTo>
                <a:lnTo>
                  <a:pt x="2190822" y="885792"/>
                </a:lnTo>
                <a:lnTo>
                  <a:pt x="2178025" y="934104"/>
                </a:lnTo>
                <a:lnTo>
                  <a:pt x="2163772" y="981313"/>
                </a:lnTo>
                <a:lnTo>
                  <a:pt x="2148071" y="1027398"/>
                </a:lnTo>
                <a:lnTo>
                  <a:pt x="2130933" y="1072339"/>
                </a:lnTo>
                <a:lnTo>
                  <a:pt x="2112369" y="1116115"/>
                </a:lnTo>
                <a:lnTo>
                  <a:pt x="2092387" y="1158705"/>
                </a:lnTo>
                <a:lnTo>
                  <a:pt x="2071000" y="1200088"/>
                </a:lnTo>
                <a:lnTo>
                  <a:pt x="2048216" y="1240245"/>
                </a:lnTo>
                <a:lnTo>
                  <a:pt x="2024046" y="1279154"/>
                </a:lnTo>
                <a:lnTo>
                  <a:pt x="1998500" y="1316795"/>
                </a:lnTo>
                <a:lnTo>
                  <a:pt x="1971588" y="1353147"/>
                </a:lnTo>
                <a:lnTo>
                  <a:pt x="1943320" y="1388189"/>
                </a:lnTo>
                <a:lnTo>
                  <a:pt x="1913707" y="1421901"/>
                </a:lnTo>
                <a:lnTo>
                  <a:pt x="1882759" y="1454263"/>
                </a:lnTo>
                <a:lnTo>
                  <a:pt x="1850485" y="1485253"/>
                </a:lnTo>
                <a:lnTo>
                  <a:pt x="1816896" y="1514850"/>
                </a:lnTo>
                <a:lnTo>
                  <a:pt x="1782003" y="1543035"/>
                </a:lnTo>
                <a:lnTo>
                  <a:pt x="1745815" y="1569786"/>
                </a:lnTo>
                <a:lnTo>
                  <a:pt x="1708342" y="1595084"/>
                </a:lnTo>
                <a:lnTo>
                  <a:pt x="1669594" y="1618907"/>
                </a:lnTo>
                <a:lnTo>
                  <a:pt x="1633578" y="1638359"/>
                </a:lnTo>
                <a:lnTo>
                  <a:pt x="1594455" y="1656425"/>
                </a:lnTo>
                <a:lnTo>
                  <a:pt x="1552535" y="1673079"/>
                </a:lnTo>
                <a:lnTo>
                  <a:pt x="1508127" y="1688294"/>
                </a:lnTo>
                <a:lnTo>
                  <a:pt x="1461539" y="1702045"/>
                </a:lnTo>
                <a:lnTo>
                  <a:pt x="1413080" y="1714307"/>
                </a:lnTo>
                <a:lnTo>
                  <a:pt x="1363060" y="1725054"/>
                </a:lnTo>
                <a:lnTo>
                  <a:pt x="1311788" y="1734259"/>
                </a:lnTo>
                <a:lnTo>
                  <a:pt x="1259572" y="1741898"/>
                </a:lnTo>
                <a:lnTo>
                  <a:pt x="1206721" y="1747945"/>
                </a:lnTo>
                <a:lnTo>
                  <a:pt x="1153545" y="1752373"/>
                </a:lnTo>
                <a:lnTo>
                  <a:pt x="1100352" y="1755157"/>
                </a:lnTo>
                <a:lnTo>
                  <a:pt x="1047451" y="1756272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51619" y="5342028"/>
            <a:ext cx="352425" cy="1773555"/>
          </a:xfrm>
          <a:custGeom>
            <a:avLst/>
            <a:gdLst/>
            <a:ahLst/>
            <a:cxnLst/>
            <a:rect l="l" t="t" r="r" b="b"/>
            <a:pathLst>
              <a:path w="352425" h="1773554">
                <a:moveTo>
                  <a:pt x="191539" y="1772957"/>
                </a:moveTo>
                <a:lnTo>
                  <a:pt x="152420" y="1757636"/>
                </a:lnTo>
                <a:lnTo>
                  <a:pt x="108568" y="1725131"/>
                </a:lnTo>
                <a:lnTo>
                  <a:pt x="74020" y="1686301"/>
                </a:lnTo>
                <a:lnTo>
                  <a:pt x="56782" y="1650264"/>
                </a:lnTo>
                <a:lnTo>
                  <a:pt x="43330" y="1599342"/>
                </a:lnTo>
                <a:lnTo>
                  <a:pt x="32938" y="1527737"/>
                </a:lnTo>
                <a:lnTo>
                  <a:pt x="28662" y="1482367"/>
                </a:lnTo>
                <a:lnTo>
                  <a:pt x="24879" y="1429651"/>
                </a:lnTo>
                <a:lnTo>
                  <a:pt x="21497" y="1368866"/>
                </a:lnTo>
                <a:lnTo>
                  <a:pt x="18426" y="1299286"/>
                </a:lnTo>
                <a:lnTo>
                  <a:pt x="15574" y="1220186"/>
                </a:lnTo>
                <a:lnTo>
                  <a:pt x="12852" y="1130842"/>
                </a:lnTo>
                <a:lnTo>
                  <a:pt x="10168" y="1030529"/>
                </a:lnTo>
                <a:lnTo>
                  <a:pt x="7431" y="918523"/>
                </a:lnTo>
                <a:lnTo>
                  <a:pt x="5753" y="843386"/>
                </a:lnTo>
                <a:lnTo>
                  <a:pt x="4288" y="769610"/>
                </a:lnTo>
                <a:lnTo>
                  <a:pt x="3036" y="697609"/>
                </a:lnTo>
                <a:lnTo>
                  <a:pt x="1998" y="627795"/>
                </a:lnTo>
                <a:lnTo>
                  <a:pt x="1174" y="560584"/>
                </a:lnTo>
                <a:lnTo>
                  <a:pt x="566" y="496388"/>
                </a:lnTo>
                <a:lnTo>
                  <a:pt x="175" y="435622"/>
                </a:lnTo>
                <a:lnTo>
                  <a:pt x="0" y="378699"/>
                </a:lnTo>
                <a:lnTo>
                  <a:pt x="42" y="326033"/>
                </a:lnTo>
                <a:lnTo>
                  <a:pt x="303" y="278038"/>
                </a:lnTo>
                <a:lnTo>
                  <a:pt x="782" y="235127"/>
                </a:lnTo>
                <a:lnTo>
                  <a:pt x="2401" y="166214"/>
                </a:lnTo>
                <a:lnTo>
                  <a:pt x="4904" y="122606"/>
                </a:lnTo>
                <a:lnTo>
                  <a:pt x="21413" y="80703"/>
                </a:lnTo>
                <a:lnTo>
                  <a:pt x="49917" y="51541"/>
                </a:lnTo>
                <a:lnTo>
                  <a:pt x="87895" y="27134"/>
                </a:lnTo>
                <a:lnTo>
                  <a:pt x="131242" y="10778"/>
                </a:lnTo>
                <a:lnTo>
                  <a:pt x="179137" y="1448"/>
                </a:lnTo>
                <a:lnTo>
                  <a:pt x="200279" y="0"/>
                </a:lnTo>
                <a:lnTo>
                  <a:pt x="219653" y="1112"/>
                </a:lnTo>
                <a:lnTo>
                  <a:pt x="267918" y="22948"/>
                </a:lnTo>
                <a:lnTo>
                  <a:pt x="292637" y="56048"/>
                </a:lnTo>
                <a:lnTo>
                  <a:pt x="312097" y="106903"/>
                </a:lnTo>
                <a:lnTo>
                  <a:pt x="326902" y="178016"/>
                </a:lnTo>
                <a:lnTo>
                  <a:pt x="332748" y="221951"/>
                </a:lnTo>
                <a:lnTo>
                  <a:pt x="337658" y="271889"/>
                </a:lnTo>
                <a:lnTo>
                  <a:pt x="341706" y="328143"/>
                </a:lnTo>
                <a:lnTo>
                  <a:pt x="344970" y="391026"/>
                </a:lnTo>
                <a:lnTo>
                  <a:pt x="347524" y="460851"/>
                </a:lnTo>
                <a:lnTo>
                  <a:pt x="349443" y="537930"/>
                </a:lnTo>
                <a:lnTo>
                  <a:pt x="350805" y="622577"/>
                </a:lnTo>
                <a:lnTo>
                  <a:pt x="351684" y="715104"/>
                </a:lnTo>
                <a:lnTo>
                  <a:pt x="352155" y="815824"/>
                </a:lnTo>
                <a:lnTo>
                  <a:pt x="352296" y="925051"/>
                </a:lnTo>
                <a:lnTo>
                  <a:pt x="352224" y="1047300"/>
                </a:lnTo>
                <a:lnTo>
                  <a:pt x="351959" y="1156379"/>
                </a:lnTo>
                <a:lnTo>
                  <a:pt x="351422" y="1253085"/>
                </a:lnTo>
                <a:lnTo>
                  <a:pt x="350537" y="1338218"/>
                </a:lnTo>
                <a:lnTo>
                  <a:pt x="349227" y="1412576"/>
                </a:lnTo>
                <a:lnTo>
                  <a:pt x="347415" y="1476958"/>
                </a:lnTo>
                <a:lnTo>
                  <a:pt x="345024" y="1532162"/>
                </a:lnTo>
                <a:lnTo>
                  <a:pt x="341977" y="1578986"/>
                </a:lnTo>
                <a:lnTo>
                  <a:pt x="338197" y="1618230"/>
                </a:lnTo>
                <a:lnTo>
                  <a:pt x="328130" y="1677171"/>
                </a:lnTo>
                <a:lnTo>
                  <a:pt x="314208" y="1715374"/>
                </a:lnTo>
                <a:lnTo>
                  <a:pt x="284750" y="1747768"/>
                </a:lnTo>
                <a:lnTo>
                  <a:pt x="230114" y="1771862"/>
                </a:lnTo>
                <a:lnTo>
                  <a:pt x="191539" y="1772957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45067" y="7402723"/>
            <a:ext cx="366395" cy="356870"/>
          </a:xfrm>
          <a:custGeom>
            <a:avLst/>
            <a:gdLst/>
            <a:ahLst/>
            <a:cxnLst/>
            <a:rect l="l" t="t" r="r" b="b"/>
            <a:pathLst>
              <a:path w="366395" h="356870">
                <a:moveTo>
                  <a:pt x="156388" y="356668"/>
                </a:moveTo>
                <a:lnTo>
                  <a:pt x="109282" y="351004"/>
                </a:lnTo>
                <a:lnTo>
                  <a:pt x="71134" y="337361"/>
                </a:lnTo>
                <a:lnTo>
                  <a:pt x="24781" y="287271"/>
                </a:lnTo>
                <a:lnTo>
                  <a:pt x="8651" y="236692"/>
                </a:lnTo>
                <a:lnTo>
                  <a:pt x="450" y="190178"/>
                </a:lnTo>
                <a:lnTo>
                  <a:pt x="0" y="148026"/>
                </a:lnTo>
                <a:lnTo>
                  <a:pt x="7120" y="110532"/>
                </a:lnTo>
                <a:lnTo>
                  <a:pt x="43354" y="50706"/>
                </a:lnTo>
                <a:lnTo>
                  <a:pt x="107713" y="13071"/>
                </a:lnTo>
                <a:lnTo>
                  <a:pt x="149990" y="3317"/>
                </a:lnTo>
                <a:lnTo>
                  <a:pt x="198760" y="0"/>
                </a:lnTo>
                <a:lnTo>
                  <a:pt x="262762" y="2087"/>
                </a:lnTo>
                <a:lnTo>
                  <a:pt x="308209" y="10416"/>
                </a:lnTo>
                <a:lnTo>
                  <a:pt x="355776" y="58194"/>
                </a:lnTo>
                <a:lnTo>
                  <a:pt x="364066" y="103842"/>
                </a:lnTo>
                <a:lnTo>
                  <a:pt x="366140" y="168129"/>
                </a:lnTo>
                <a:lnTo>
                  <a:pt x="363749" y="230125"/>
                </a:lnTo>
                <a:lnTo>
                  <a:pt x="355056" y="276061"/>
                </a:lnTo>
                <a:lnTo>
                  <a:pt x="309648" y="330728"/>
                </a:lnTo>
                <a:lnTo>
                  <a:pt x="268374" y="344943"/>
                </a:lnTo>
                <a:lnTo>
                  <a:pt x="211683" y="354070"/>
                </a:lnTo>
                <a:lnTo>
                  <a:pt x="156388" y="356668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351145" y="2430062"/>
            <a:ext cx="1953260" cy="2955925"/>
          </a:xfrm>
          <a:custGeom>
            <a:avLst/>
            <a:gdLst/>
            <a:ahLst/>
            <a:cxnLst/>
            <a:rect l="l" t="t" r="r" b="b"/>
            <a:pathLst>
              <a:path w="1953259" h="2955925">
                <a:moveTo>
                  <a:pt x="1784958" y="2955480"/>
                </a:moveTo>
                <a:lnTo>
                  <a:pt x="1705974" y="2921608"/>
                </a:lnTo>
                <a:lnTo>
                  <a:pt x="1657650" y="2884940"/>
                </a:lnTo>
                <a:lnTo>
                  <a:pt x="1611041" y="2840161"/>
                </a:lnTo>
                <a:lnTo>
                  <a:pt x="1575064" y="2799157"/>
                </a:lnTo>
                <a:lnTo>
                  <a:pt x="1529284" y="2743897"/>
                </a:lnTo>
                <a:lnTo>
                  <a:pt x="1503229" y="2711593"/>
                </a:lnTo>
                <a:lnTo>
                  <a:pt x="1475333" y="2676533"/>
                </a:lnTo>
                <a:lnTo>
                  <a:pt x="1445798" y="2638984"/>
                </a:lnTo>
                <a:lnTo>
                  <a:pt x="1414825" y="2599216"/>
                </a:lnTo>
                <a:lnTo>
                  <a:pt x="1382617" y="2557498"/>
                </a:lnTo>
                <a:lnTo>
                  <a:pt x="1349375" y="2514099"/>
                </a:lnTo>
                <a:lnTo>
                  <a:pt x="1315301" y="2469287"/>
                </a:lnTo>
                <a:lnTo>
                  <a:pt x="1280597" y="2423332"/>
                </a:lnTo>
                <a:lnTo>
                  <a:pt x="1245464" y="2376502"/>
                </a:lnTo>
                <a:lnTo>
                  <a:pt x="1210105" y="2329067"/>
                </a:lnTo>
                <a:lnTo>
                  <a:pt x="1174720" y="2281296"/>
                </a:lnTo>
                <a:lnTo>
                  <a:pt x="1139513" y="2233457"/>
                </a:lnTo>
                <a:lnTo>
                  <a:pt x="1104684" y="2185819"/>
                </a:lnTo>
                <a:lnTo>
                  <a:pt x="1070435" y="2138652"/>
                </a:lnTo>
                <a:lnTo>
                  <a:pt x="1036969" y="2092224"/>
                </a:lnTo>
                <a:lnTo>
                  <a:pt x="1004486" y="2046805"/>
                </a:lnTo>
                <a:lnTo>
                  <a:pt x="973189" y="2002663"/>
                </a:lnTo>
                <a:lnTo>
                  <a:pt x="943280" y="1960067"/>
                </a:lnTo>
                <a:lnTo>
                  <a:pt x="914960" y="1919286"/>
                </a:lnTo>
                <a:lnTo>
                  <a:pt x="888431" y="1880590"/>
                </a:lnTo>
                <a:lnTo>
                  <a:pt x="863894" y="1844246"/>
                </a:lnTo>
                <a:lnTo>
                  <a:pt x="819061" y="1777388"/>
                </a:lnTo>
                <a:lnTo>
                  <a:pt x="745917" y="1668990"/>
                </a:lnTo>
                <a:lnTo>
                  <a:pt x="722713" y="1634998"/>
                </a:lnTo>
                <a:lnTo>
                  <a:pt x="711824" y="1619510"/>
                </a:lnTo>
                <a:lnTo>
                  <a:pt x="697148" y="1620855"/>
                </a:lnTo>
                <a:lnTo>
                  <a:pt x="665857" y="1635688"/>
                </a:lnTo>
                <a:lnTo>
                  <a:pt x="622555" y="1661495"/>
                </a:lnTo>
                <a:lnTo>
                  <a:pt x="571840" y="1695761"/>
                </a:lnTo>
                <a:lnTo>
                  <a:pt x="443633" y="1787067"/>
                </a:lnTo>
                <a:lnTo>
                  <a:pt x="443633" y="2242476"/>
                </a:lnTo>
                <a:lnTo>
                  <a:pt x="443092" y="2331118"/>
                </a:lnTo>
                <a:lnTo>
                  <a:pt x="441383" y="2410970"/>
                </a:lnTo>
                <a:lnTo>
                  <a:pt x="438379" y="2482429"/>
                </a:lnTo>
                <a:lnTo>
                  <a:pt x="433952" y="2545893"/>
                </a:lnTo>
                <a:lnTo>
                  <a:pt x="427975" y="2601758"/>
                </a:lnTo>
                <a:lnTo>
                  <a:pt x="420321" y="2650420"/>
                </a:lnTo>
                <a:lnTo>
                  <a:pt x="410862" y="2692276"/>
                </a:lnTo>
                <a:lnTo>
                  <a:pt x="386020" y="2757156"/>
                </a:lnTo>
                <a:lnTo>
                  <a:pt x="352428" y="2799571"/>
                </a:lnTo>
                <a:lnTo>
                  <a:pt x="309067" y="2822693"/>
                </a:lnTo>
                <a:lnTo>
                  <a:pt x="254917" y="2829695"/>
                </a:lnTo>
                <a:lnTo>
                  <a:pt x="224995" y="2827746"/>
                </a:lnTo>
                <a:lnTo>
                  <a:pt x="174268" y="2810904"/>
                </a:lnTo>
                <a:lnTo>
                  <a:pt x="134762" y="2774032"/>
                </a:lnTo>
                <a:lnTo>
                  <a:pt x="105349" y="2713806"/>
                </a:lnTo>
                <a:lnTo>
                  <a:pt x="94077" y="2673895"/>
                </a:lnTo>
                <a:lnTo>
                  <a:pt x="84906" y="2626899"/>
                </a:lnTo>
                <a:lnTo>
                  <a:pt x="77695" y="2572401"/>
                </a:lnTo>
                <a:lnTo>
                  <a:pt x="72305" y="2509986"/>
                </a:lnTo>
                <a:lnTo>
                  <a:pt x="68593" y="2439238"/>
                </a:lnTo>
                <a:lnTo>
                  <a:pt x="66421" y="2359741"/>
                </a:lnTo>
                <a:lnTo>
                  <a:pt x="65646" y="2271079"/>
                </a:lnTo>
                <a:lnTo>
                  <a:pt x="65501" y="2240074"/>
                </a:lnTo>
                <a:lnTo>
                  <a:pt x="64663" y="2168672"/>
                </a:lnTo>
                <a:lnTo>
                  <a:pt x="63137" y="2086005"/>
                </a:lnTo>
                <a:lnTo>
                  <a:pt x="60972" y="1993585"/>
                </a:lnTo>
                <a:lnTo>
                  <a:pt x="56636" y="1839972"/>
                </a:lnTo>
                <a:lnTo>
                  <a:pt x="51145" y="1672913"/>
                </a:lnTo>
                <a:lnTo>
                  <a:pt x="44665" y="1497506"/>
                </a:lnTo>
                <a:lnTo>
                  <a:pt x="37366" y="1318852"/>
                </a:lnTo>
                <a:lnTo>
                  <a:pt x="29417" y="1142050"/>
                </a:lnTo>
                <a:lnTo>
                  <a:pt x="20197" y="953378"/>
                </a:lnTo>
                <a:lnTo>
                  <a:pt x="16836" y="880239"/>
                </a:lnTo>
                <a:lnTo>
                  <a:pt x="13760" y="808633"/>
                </a:lnTo>
                <a:lnTo>
                  <a:pt x="10977" y="738879"/>
                </a:lnTo>
                <a:lnTo>
                  <a:pt x="8493" y="671300"/>
                </a:lnTo>
                <a:lnTo>
                  <a:pt x="6314" y="606215"/>
                </a:lnTo>
                <a:lnTo>
                  <a:pt x="4446" y="543947"/>
                </a:lnTo>
                <a:lnTo>
                  <a:pt x="2896" y="484814"/>
                </a:lnTo>
                <a:lnTo>
                  <a:pt x="1670" y="429140"/>
                </a:lnTo>
                <a:lnTo>
                  <a:pt x="774" y="377243"/>
                </a:lnTo>
                <a:lnTo>
                  <a:pt x="215" y="329446"/>
                </a:lnTo>
                <a:lnTo>
                  <a:pt x="0" y="286069"/>
                </a:lnTo>
                <a:lnTo>
                  <a:pt x="133" y="247433"/>
                </a:lnTo>
                <a:lnTo>
                  <a:pt x="1474" y="185667"/>
                </a:lnTo>
                <a:lnTo>
                  <a:pt x="4289" y="146715"/>
                </a:lnTo>
                <a:lnTo>
                  <a:pt x="27188" y="91851"/>
                </a:lnTo>
                <a:lnTo>
                  <a:pt x="57777" y="54833"/>
                </a:lnTo>
                <a:lnTo>
                  <a:pt x="95750" y="26529"/>
                </a:lnTo>
                <a:lnTo>
                  <a:pt x="138828" y="7923"/>
                </a:lnTo>
                <a:lnTo>
                  <a:pt x="184729" y="0"/>
                </a:lnTo>
                <a:lnTo>
                  <a:pt x="231174" y="3744"/>
                </a:lnTo>
                <a:lnTo>
                  <a:pt x="275883" y="20142"/>
                </a:lnTo>
                <a:lnTo>
                  <a:pt x="308769" y="43358"/>
                </a:lnTo>
                <a:lnTo>
                  <a:pt x="331975" y="79917"/>
                </a:lnTo>
                <a:lnTo>
                  <a:pt x="347337" y="141750"/>
                </a:lnTo>
                <a:lnTo>
                  <a:pt x="352649" y="185873"/>
                </a:lnTo>
                <a:lnTo>
                  <a:pt x="356688" y="240787"/>
                </a:lnTo>
                <a:lnTo>
                  <a:pt x="359683" y="307985"/>
                </a:lnTo>
                <a:lnTo>
                  <a:pt x="361863" y="388957"/>
                </a:lnTo>
                <a:lnTo>
                  <a:pt x="363457" y="485195"/>
                </a:lnTo>
                <a:lnTo>
                  <a:pt x="365530" y="665747"/>
                </a:lnTo>
                <a:lnTo>
                  <a:pt x="366737" y="732648"/>
                </a:lnTo>
                <a:lnTo>
                  <a:pt x="368288" y="798273"/>
                </a:lnTo>
                <a:lnTo>
                  <a:pt x="370152" y="862000"/>
                </a:lnTo>
                <a:lnTo>
                  <a:pt x="372300" y="923210"/>
                </a:lnTo>
                <a:lnTo>
                  <a:pt x="374703" y="981280"/>
                </a:lnTo>
                <a:lnTo>
                  <a:pt x="377330" y="1035592"/>
                </a:lnTo>
                <a:lnTo>
                  <a:pt x="380152" y="1085523"/>
                </a:lnTo>
                <a:lnTo>
                  <a:pt x="383140" y="1130453"/>
                </a:lnTo>
                <a:lnTo>
                  <a:pt x="386264" y="1169762"/>
                </a:lnTo>
                <a:lnTo>
                  <a:pt x="392799" y="1229032"/>
                </a:lnTo>
                <a:lnTo>
                  <a:pt x="422641" y="1364119"/>
                </a:lnTo>
                <a:lnTo>
                  <a:pt x="733142" y="1090492"/>
                </a:lnTo>
                <a:lnTo>
                  <a:pt x="795832" y="1036289"/>
                </a:lnTo>
                <a:lnTo>
                  <a:pt x="853906" y="988301"/>
                </a:lnTo>
                <a:lnTo>
                  <a:pt x="907567" y="946457"/>
                </a:lnTo>
                <a:lnTo>
                  <a:pt x="957015" y="910687"/>
                </a:lnTo>
                <a:lnTo>
                  <a:pt x="1002453" y="880918"/>
                </a:lnTo>
                <a:lnTo>
                  <a:pt x="1044083" y="857081"/>
                </a:lnTo>
                <a:lnTo>
                  <a:pt x="1082105" y="839103"/>
                </a:lnTo>
                <a:lnTo>
                  <a:pt x="1148136" y="820443"/>
                </a:lnTo>
                <a:lnTo>
                  <a:pt x="1176549" y="819618"/>
                </a:lnTo>
                <a:lnTo>
                  <a:pt x="1202162" y="824369"/>
                </a:lnTo>
                <a:lnTo>
                  <a:pt x="1245795" y="850313"/>
                </a:lnTo>
                <a:lnTo>
                  <a:pt x="1280650" y="897706"/>
                </a:lnTo>
                <a:lnTo>
                  <a:pt x="1297990" y="937318"/>
                </a:lnTo>
                <a:lnTo>
                  <a:pt x="1305961" y="975032"/>
                </a:lnTo>
                <a:lnTo>
                  <a:pt x="1304113" y="1011809"/>
                </a:lnTo>
                <a:lnTo>
                  <a:pt x="1291997" y="1048606"/>
                </a:lnTo>
                <a:lnTo>
                  <a:pt x="1269164" y="1086384"/>
                </a:lnTo>
                <a:lnTo>
                  <a:pt x="1235163" y="1126100"/>
                </a:lnTo>
                <a:lnTo>
                  <a:pt x="1189547" y="1168714"/>
                </a:lnTo>
                <a:lnTo>
                  <a:pt x="1131865" y="1215184"/>
                </a:lnTo>
                <a:lnTo>
                  <a:pt x="1076295" y="1261539"/>
                </a:lnTo>
                <a:lnTo>
                  <a:pt x="1030790" y="1307065"/>
                </a:lnTo>
                <a:lnTo>
                  <a:pt x="1000045" y="1346528"/>
                </a:lnTo>
                <a:lnTo>
                  <a:pt x="988754" y="1374698"/>
                </a:lnTo>
                <a:lnTo>
                  <a:pt x="990972" y="1382509"/>
                </a:lnTo>
                <a:lnTo>
                  <a:pt x="1022597" y="1438656"/>
                </a:lnTo>
                <a:lnTo>
                  <a:pt x="1062428" y="1500363"/>
                </a:lnTo>
                <a:lnTo>
                  <a:pt x="1087350" y="1537604"/>
                </a:lnTo>
                <a:lnTo>
                  <a:pt x="1115334" y="1578705"/>
                </a:lnTo>
                <a:lnTo>
                  <a:pt x="1146174" y="1623368"/>
                </a:lnTo>
                <a:lnTo>
                  <a:pt x="1179665" y="1671293"/>
                </a:lnTo>
                <a:lnTo>
                  <a:pt x="1215600" y="1722184"/>
                </a:lnTo>
                <a:lnTo>
                  <a:pt x="1253773" y="1775740"/>
                </a:lnTo>
                <a:lnTo>
                  <a:pt x="1293978" y="1831663"/>
                </a:lnTo>
                <a:lnTo>
                  <a:pt x="1336009" y="1889655"/>
                </a:lnTo>
                <a:lnTo>
                  <a:pt x="1379659" y="1949418"/>
                </a:lnTo>
                <a:lnTo>
                  <a:pt x="1424724" y="2010653"/>
                </a:lnTo>
                <a:lnTo>
                  <a:pt x="1470996" y="2073061"/>
                </a:lnTo>
                <a:lnTo>
                  <a:pt x="1517265" y="2135547"/>
                </a:lnTo>
                <a:lnTo>
                  <a:pt x="1562327" y="2197008"/>
                </a:lnTo>
                <a:lnTo>
                  <a:pt x="1605976" y="2257136"/>
                </a:lnTo>
                <a:lnTo>
                  <a:pt x="1648006" y="2315626"/>
                </a:lnTo>
                <a:lnTo>
                  <a:pt x="1688211" y="2372174"/>
                </a:lnTo>
                <a:lnTo>
                  <a:pt x="1726384" y="2426473"/>
                </a:lnTo>
                <a:lnTo>
                  <a:pt x="1762319" y="2478218"/>
                </a:lnTo>
                <a:lnTo>
                  <a:pt x="1795810" y="2527103"/>
                </a:lnTo>
                <a:lnTo>
                  <a:pt x="1826651" y="2572822"/>
                </a:lnTo>
                <a:lnTo>
                  <a:pt x="1854636" y="2615071"/>
                </a:lnTo>
                <a:lnTo>
                  <a:pt x="1879559" y="2653544"/>
                </a:lnTo>
                <a:lnTo>
                  <a:pt x="1901213" y="2687935"/>
                </a:lnTo>
                <a:lnTo>
                  <a:pt x="1933890" y="2743249"/>
                </a:lnTo>
                <a:lnTo>
                  <a:pt x="1951019" y="2778569"/>
                </a:lnTo>
                <a:lnTo>
                  <a:pt x="1953237" y="2787967"/>
                </a:lnTo>
                <a:lnTo>
                  <a:pt x="1946775" y="2830250"/>
                </a:lnTo>
                <a:lnTo>
                  <a:pt x="1928819" y="2869635"/>
                </a:lnTo>
                <a:lnTo>
                  <a:pt x="1901514" y="2903987"/>
                </a:lnTo>
                <a:lnTo>
                  <a:pt x="1867005" y="2931170"/>
                </a:lnTo>
                <a:lnTo>
                  <a:pt x="1827438" y="2949046"/>
                </a:lnTo>
                <a:lnTo>
                  <a:pt x="1784958" y="2955480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843131" y="2366315"/>
            <a:ext cx="1225550" cy="2891790"/>
          </a:xfrm>
          <a:custGeom>
            <a:avLst/>
            <a:gdLst/>
            <a:ahLst/>
            <a:cxnLst/>
            <a:rect l="l" t="t" r="r" b="b"/>
            <a:pathLst>
              <a:path w="1225550" h="2891790">
                <a:moveTo>
                  <a:pt x="191177" y="2891475"/>
                </a:moveTo>
                <a:lnTo>
                  <a:pt x="147346" y="2886235"/>
                </a:lnTo>
                <a:lnTo>
                  <a:pt x="107524" y="2869423"/>
                </a:lnTo>
                <a:lnTo>
                  <a:pt x="75402" y="2841010"/>
                </a:lnTo>
                <a:lnTo>
                  <a:pt x="64770" y="2800858"/>
                </a:lnTo>
                <a:lnTo>
                  <a:pt x="57404" y="2746066"/>
                </a:lnTo>
                <a:lnTo>
                  <a:pt x="49976" y="2671301"/>
                </a:lnTo>
                <a:lnTo>
                  <a:pt x="46281" y="2627083"/>
                </a:lnTo>
                <a:lnTo>
                  <a:pt x="42623" y="2578658"/>
                </a:lnTo>
                <a:lnTo>
                  <a:pt x="39018" y="2526287"/>
                </a:lnTo>
                <a:lnTo>
                  <a:pt x="35484" y="2470232"/>
                </a:lnTo>
                <a:lnTo>
                  <a:pt x="32038" y="2410756"/>
                </a:lnTo>
                <a:lnTo>
                  <a:pt x="28697" y="2348120"/>
                </a:lnTo>
                <a:lnTo>
                  <a:pt x="25478" y="2282586"/>
                </a:lnTo>
                <a:lnTo>
                  <a:pt x="22399" y="2214417"/>
                </a:lnTo>
                <a:lnTo>
                  <a:pt x="19477" y="2143874"/>
                </a:lnTo>
                <a:lnTo>
                  <a:pt x="16730" y="2071219"/>
                </a:lnTo>
                <a:lnTo>
                  <a:pt x="14173" y="1996714"/>
                </a:lnTo>
                <a:lnTo>
                  <a:pt x="11825" y="1920621"/>
                </a:lnTo>
                <a:lnTo>
                  <a:pt x="9703" y="1843202"/>
                </a:lnTo>
                <a:lnTo>
                  <a:pt x="6851" y="1728378"/>
                </a:lnTo>
                <a:lnTo>
                  <a:pt x="4434" y="1621428"/>
                </a:lnTo>
                <a:lnTo>
                  <a:pt x="2495" y="1522068"/>
                </a:lnTo>
                <a:lnTo>
                  <a:pt x="1080" y="1430016"/>
                </a:lnTo>
                <a:lnTo>
                  <a:pt x="233" y="1344986"/>
                </a:lnTo>
                <a:lnTo>
                  <a:pt x="0" y="1266697"/>
                </a:lnTo>
                <a:lnTo>
                  <a:pt x="423" y="1194863"/>
                </a:lnTo>
                <a:lnTo>
                  <a:pt x="1549" y="1129203"/>
                </a:lnTo>
                <a:lnTo>
                  <a:pt x="3422" y="1069431"/>
                </a:lnTo>
                <a:lnTo>
                  <a:pt x="6086" y="1015264"/>
                </a:lnTo>
                <a:lnTo>
                  <a:pt x="9586" y="966420"/>
                </a:lnTo>
                <a:lnTo>
                  <a:pt x="13967" y="922613"/>
                </a:lnTo>
                <a:lnTo>
                  <a:pt x="19273" y="883561"/>
                </a:lnTo>
                <a:lnTo>
                  <a:pt x="32840" y="818586"/>
                </a:lnTo>
                <a:lnTo>
                  <a:pt x="50644" y="769227"/>
                </a:lnTo>
                <a:lnTo>
                  <a:pt x="73041" y="733213"/>
                </a:lnTo>
                <a:lnTo>
                  <a:pt x="116032" y="699254"/>
                </a:lnTo>
                <a:lnTo>
                  <a:pt x="171367" y="682561"/>
                </a:lnTo>
                <a:lnTo>
                  <a:pt x="222366" y="678165"/>
                </a:lnTo>
                <a:lnTo>
                  <a:pt x="251244" y="681310"/>
                </a:lnTo>
                <a:lnTo>
                  <a:pt x="307407" y="701774"/>
                </a:lnTo>
                <a:lnTo>
                  <a:pt x="362396" y="742304"/>
                </a:lnTo>
                <a:lnTo>
                  <a:pt x="389808" y="770533"/>
                </a:lnTo>
                <a:lnTo>
                  <a:pt x="417357" y="804304"/>
                </a:lnTo>
                <a:lnTo>
                  <a:pt x="445185" y="843794"/>
                </a:lnTo>
                <a:lnTo>
                  <a:pt x="473436" y="889177"/>
                </a:lnTo>
                <a:lnTo>
                  <a:pt x="502252" y="940629"/>
                </a:lnTo>
                <a:lnTo>
                  <a:pt x="531777" y="998326"/>
                </a:lnTo>
                <a:lnTo>
                  <a:pt x="562154" y="1062442"/>
                </a:lnTo>
                <a:lnTo>
                  <a:pt x="593526" y="1133153"/>
                </a:lnTo>
                <a:lnTo>
                  <a:pt x="626036" y="1210634"/>
                </a:lnTo>
                <a:lnTo>
                  <a:pt x="659862" y="1292607"/>
                </a:lnTo>
                <a:lnTo>
                  <a:pt x="689873" y="1363826"/>
                </a:lnTo>
                <a:lnTo>
                  <a:pt x="716202" y="1424472"/>
                </a:lnTo>
                <a:lnTo>
                  <a:pt x="738985" y="1474724"/>
                </a:lnTo>
                <a:lnTo>
                  <a:pt x="758355" y="1514762"/>
                </a:lnTo>
                <a:lnTo>
                  <a:pt x="787394" y="1564915"/>
                </a:lnTo>
                <a:lnTo>
                  <a:pt x="804394" y="1576369"/>
                </a:lnTo>
                <a:lnTo>
                  <a:pt x="808715" y="1568034"/>
                </a:lnTo>
                <a:lnTo>
                  <a:pt x="810429" y="1550564"/>
                </a:lnTo>
                <a:lnTo>
                  <a:pt x="809671" y="1524138"/>
                </a:lnTo>
                <a:lnTo>
                  <a:pt x="806575" y="1488936"/>
                </a:lnTo>
                <a:lnTo>
                  <a:pt x="798619" y="1423686"/>
                </a:lnTo>
                <a:lnTo>
                  <a:pt x="795512" y="1396192"/>
                </a:lnTo>
                <a:lnTo>
                  <a:pt x="783904" y="1282105"/>
                </a:lnTo>
                <a:lnTo>
                  <a:pt x="774683" y="1184345"/>
                </a:lnTo>
                <a:lnTo>
                  <a:pt x="764672" y="1073550"/>
                </a:lnTo>
                <a:lnTo>
                  <a:pt x="754208" y="953429"/>
                </a:lnTo>
                <a:lnTo>
                  <a:pt x="743630" y="827691"/>
                </a:lnTo>
                <a:lnTo>
                  <a:pt x="733278" y="700045"/>
                </a:lnTo>
                <a:lnTo>
                  <a:pt x="725363" y="597125"/>
                </a:lnTo>
                <a:lnTo>
                  <a:pt x="718901" y="504617"/>
                </a:lnTo>
                <a:lnTo>
                  <a:pt x="713993" y="421980"/>
                </a:lnTo>
                <a:lnTo>
                  <a:pt x="710742" y="348678"/>
                </a:lnTo>
                <a:lnTo>
                  <a:pt x="709248" y="284170"/>
                </a:lnTo>
                <a:lnTo>
                  <a:pt x="709615" y="227918"/>
                </a:lnTo>
                <a:lnTo>
                  <a:pt x="711944" y="179384"/>
                </a:lnTo>
                <a:lnTo>
                  <a:pt x="716336" y="138029"/>
                </a:lnTo>
                <a:lnTo>
                  <a:pt x="731718" y="74700"/>
                </a:lnTo>
                <a:lnTo>
                  <a:pt x="756575" y="33623"/>
                </a:lnTo>
                <a:lnTo>
                  <a:pt x="791723" y="10488"/>
                </a:lnTo>
                <a:lnTo>
                  <a:pt x="837975" y="985"/>
                </a:lnTo>
                <a:lnTo>
                  <a:pt x="865519" y="0"/>
                </a:lnTo>
                <a:lnTo>
                  <a:pt x="878533" y="504"/>
                </a:lnTo>
                <a:lnTo>
                  <a:pt x="926520" y="13903"/>
                </a:lnTo>
                <a:lnTo>
                  <a:pt x="958607" y="38079"/>
                </a:lnTo>
                <a:lnTo>
                  <a:pt x="987749" y="76696"/>
                </a:lnTo>
                <a:lnTo>
                  <a:pt x="1005716" y="111500"/>
                </a:lnTo>
                <a:lnTo>
                  <a:pt x="1022640" y="154276"/>
                </a:lnTo>
                <a:lnTo>
                  <a:pt x="1038625" y="205647"/>
                </a:lnTo>
                <a:lnTo>
                  <a:pt x="1053778" y="266233"/>
                </a:lnTo>
                <a:lnTo>
                  <a:pt x="1068205" y="336658"/>
                </a:lnTo>
                <a:lnTo>
                  <a:pt x="1075180" y="375754"/>
                </a:lnTo>
                <a:lnTo>
                  <a:pt x="1082013" y="417543"/>
                </a:lnTo>
                <a:lnTo>
                  <a:pt x="1088717" y="462102"/>
                </a:lnTo>
                <a:lnTo>
                  <a:pt x="1095307" y="509510"/>
                </a:lnTo>
                <a:lnTo>
                  <a:pt x="1101794" y="559843"/>
                </a:lnTo>
                <a:lnTo>
                  <a:pt x="1108193" y="613179"/>
                </a:lnTo>
                <a:lnTo>
                  <a:pt x="1114516" y="669597"/>
                </a:lnTo>
                <a:lnTo>
                  <a:pt x="1120778" y="729175"/>
                </a:lnTo>
                <a:lnTo>
                  <a:pt x="1126990" y="791988"/>
                </a:lnTo>
                <a:lnTo>
                  <a:pt x="1133167" y="858117"/>
                </a:lnTo>
                <a:lnTo>
                  <a:pt x="1139322" y="927637"/>
                </a:lnTo>
                <a:lnTo>
                  <a:pt x="1145468" y="1000628"/>
                </a:lnTo>
                <a:lnTo>
                  <a:pt x="1151618" y="1077166"/>
                </a:lnTo>
                <a:lnTo>
                  <a:pt x="1157785" y="1157329"/>
                </a:lnTo>
                <a:lnTo>
                  <a:pt x="1163983" y="1241196"/>
                </a:lnTo>
                <a:lnTo>
                  <a:pt x="1170225" y="1328844"/>
                </a:lnTo>
                <a:lnTo>
                  <a:pt x="1176525" y="1420350"/>
                </a:lnTo>
                <a:lnTo>
                  <a:pt x="1182895" y="1515792"/>
                </a:lnTo>
                <a:lnTo>
                  <a:pt x="1189349" y="1615248"/>
                </a:lnTo>
                <a:lnTo>
                  <a:pt x="1202561" y="1826514"/>
                </a:lnTo>
                <a:lnTo>
                  <a:pt x="1216268" y="2054769"/>
                </a:lnTo>
                <a:lnTo>
                  <a:pt x="1220982" y="2144687"/>
                </a:lnTo>
                <a:lnTo>
                  <a:pt x="1223935" y="2226471"/>
                </a:lnTo>
                <a:lnTo>
                  <a:pt x="1225021" y="2300478"/>
                </a:lnTo>
                <a:lnTo>
                  <a:pt x="1224136" y="2367068"/>
                </a:lnTo>
                <a:lnTo>
                  <a:pt x="1221175" y="2426596"/>
                </a:lnTo>
                <a:lnTo>
                  <a:pt x="1216032" y="2479421"/>
                </a:lnTo>
                <a:lnTo>
                  <a:pt x="1208603" y="2525900"/>
                </a:lnTo>
                <a:lnTo>
                  <a:pt x="1198782" y="2566391"/>
                </a:lnTo>
                <a:lnTo>
                  <a:pt x="1171546" y="2630837"/>
                </a:lnTo>
                <a:lnTo>
                  <a:pt x="1133484" y="2675621"/>
                </a:lnTo>
                <a:lnTo>
                  <a:pt x="1083755" y="2703602"/>
                </a:lnTo>
                <a:lnTo>
                  <a:pt x="1021518" y="2717640"/>
                </a:lnTo>
                <a:lnTo>
                  <a:pt x="994727" y="2719403"/>
                </a:lnTo>
                <a:lnTo>
                  <a:pt x="969034" y="2718127"/>
                </a:lnTo>
                <a:lnTo>
                  <a:pt x="920215" y="2705456"/>
                </a:lnTo>
                <a:lnTo>
                  <a:pt x="873605" y="2677623"/>
                </a:lnTo>
                <a:lnTo>
                  <a:pt x="827749" y="2632624"/>
                </a:lnTo>
                <a:lnTo>
                  <a:pt x="781194" y="2568455"/>
                </a:lnTo>
                <a:lnTo>
                  <a:pt x="757199" y="2528555"/>
                </a:lnTo>
                <a:lnTo>
                  <a:pt x="732484" y="2483111"/>
                </a:lnTo>
                <a:lnTo>
                  <a:pt x="706866" y="2431873"/>
                </a:lnTo>
                <a:lnTo>
                  <a:pt x="680164" y="2374590"/>
                </a:lnTo>
                <a:lnTo>
                  <a:pt x="652196" y="2311011"/>
                </a:lnTo>
                <a:lnTo>
                  <a:pt x="622780" y="2240887"/>
                </a:lnTo>
                <a:lnTo>
                  <a:pt x="591734" y="2163966"/>
                </a:lnTo>
                <a:lnTo>
                  <a:pt x="558877" y="2079998"/>
                </a:lnTo>
                <a:lnTo>
                  <a:pt x="379119" y="1614475"/>
                </a:lnTo>
                <a:lnTo>
                  <a:pt x="367386" y="2198726"/>
                </a:lnTo>
                <a:lnTo>
                  <a:pt x="365497" y="2276476"/>
                </a:lnTo>
                <a:lnTo>
                  <a:pt x="363050" y="2350983"/>
                </a:lnTo>
                <a:lnTo>
                  <a:pt x="360082" y="2421835"/>
                </a:lnTo>
                <a:lnTo>
                  <a:pt x="356629" y="2488618"/>
                </a:lnTo>
                <a:lnTo>
                  <a:pt x="352729" y="2550916"/>
                </a:lnTo>
                <a:lnTo>
                  <a:pt x="348419" y="2608317"/>
                </a:lnTo>
                <a:lnTo>
                  <a:pt x="343735" y="2660407"/>
                </a:lnTo>
                <a:lnTo>
                  <a:pt x="338713" y="2706771"/>
                </a:lnTo>
                <a:lnTo>
                  <a:pt x="333392" y="2746995"/>
                </a:lnTo>
                <a:lnTo>
                  <a:pt x="321998" y="2807369"/>
                </a:lnTo>
                <a:lnTo>
                  <a:pt x="276115" y="2867421"/>
                </a:lnTo>
                <a:lnTo>
                  <a:pt x="235330" y="2885189"/>
                </a:lnTo>
                <a:lnTo>
                  <a:pt x="191177" y="2891475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228572" y="5501106"/>
            <a:ext cx="327025" cy="546100"/>
          </a:xfrm>
          <a:custGeom>
            <a:avLst/>
            <a:gdLst/>
            <a:ahLst/>
            <a:cxnLst/>
            <a:rect l="l" t="t" r="r" b="b"/>
            <a:pathLst>
              <a:path w="327025" h="546100">
                <a:moveTo>
                  <a:pt x="197384" y="545555"/>
                </a:moveTo>
                <a:lnTo>
                  <a:pt x="135950" y="522537"/>
                </a:lnTo>
                <a:lnTo>
                  <a:pt x="102372" y="497277"/>
                </a:lnTo>
                <a:lnTo>
                  <a:pt x="67252" y="462537"/>
                </a:lnTo>
                <a:lnTo>
                  <a:pt x="44029" y="429529"/>
                </a:lnTo>
                <a:lnTo>
                  <a:pt x="25636" y="388642"/>
                </a:lnTo>
                <a:lnTo>
                  <a:pt x="12137" y="342042"/>
                </a:lnTo>
                <a:lnTo>
                  <a:pt x="3577" y="291896"/>
                </a:lnTo>
                <a:lnTo>
                  <a:pt x="0" y="240374"/>
                </a:lnTo>
                <a:lnTo>
                  <a:pt x="1451" y="189640"/>
                </a:lnTo>
                <a:lnTo>
                  <a:pt x="7976" y="141864"/>
                </a:lnTo>
                <a:lnTo>
                  <a:pt x="19620" y="99212"/>
                </a:lnTo>
                <a:lnTo>
                  <a:pt x="36427" y="63852"/>
                </a:lnTo>
                <a:lnTo>
                  <a:pt x="89606" y="19499"/>
                </a:lnTo>
                <a:lnTo>
                  <a:pt x="129643" y="6449"/>
                </a:lnTo>
                <a:lnTo>
                  <a:pt x="173395" y="0"/>
                </a:lnTo>
                <a:lnTo>
                  <a:pt x="215702" y="1349"/>
                </a:lnTo>
                <a:lnTo>
                  <a:pt x="279522" y="24563"/>
                </a:lnTo>
                <a:lnTo>
                  <a:pt x="310773" y="93119"/>
                </a:lnTo>
                <a:lnTo>
                  <a:pt x="319126" y="155245"/>
                </a:lnTo>
                <a:lnTo>
                  <a:pt x="325269" y="241721"/>
                </a:lnTo>
                <a:lnTo>
                  <a:pt x="326711" y="305281"/>
                </a:lnTo>
                <a:lnTo>
                  <a:pt x="323603" y="361937"/>
                </a:lnTo>
                <a:lnTo>
                  <a:pt x="316217" y="411455"/>
                </a:lnTo>
                <a:lnTo>
                  <a:pt x="304826" y="453601"/>
                </a:lnTo>
                <a:lnTo>
                  <a:pt x="271127" y="514841"/>
                </a:lnTo>
                <a:lnTo>
                  <a:pt x="224693" y="543782"/>
                </a:lnTo>
                <a:lnTo>
                  <a:pt x="197384" y="545555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933511" y="5473472"/>
            <a:ext cx="353060" cy="541020"/>
          </a:xfrm>
          <a:custGeom>
            <a:avLst/>
            <a:gdLst/>
            <a:ahLst/>
            <a:cxnLst/>
            <a:rect l="l" t="t" r="r" b="b"/>
            <a:pathLst>
              <a:path w="353059" h="541020">
                <a:moveTo>
                  <a:pt x="189825" y="540400"/>
                </a:moveTo>
                <a:lnTo>
                  <a:pt x="138684" y="534370"/>
                </a:lnTo>
                <a:lnTo>
                  <a:pt x="98275" y="515354"/>
                </a:lnTo>
                <a:lnTo>
                  <a:pt x="66689" y="481965"/>
                </a:lnTo>
                <a:lnTo>
                  <a:pt x="42000" y="432815"/>
                </a:lnTo>
                <a:lnTo>
                  <a:pt x="23606" y="378241"/>
                </a:lnTo>
                <a:lnTo>
                  <a:pt x="10573" y="325887"/>
                </a:lnTo>
                <a:lnTo>
                  <a:pt x="2754" y="276114"/>
                </a:lnTo>
                <a:lnTo>
                  <a:pt x="0" y="229285"/>
                </a:lnTo>
                <a:lnTo>
                  <a:pt x="2162" y="185762"/>
                </a:lnTo>
                <a:lnTo>
                  <a:pt x="9092" y="145905"/>
                </a:lnTo>
                <a:lnTo>
                  <a:pt x="36663" y="78643"/>
                </a:lnTo>
                <a:lnTo>
                  <a:pt x="81527" y="30392"/>
                </a:lnTo>
                <a:lnTo>
                  <a:pt x="142496" y="4050"/>
                </a:lnTo>
                <a:lnTo>
                  <a:pt x="178650" y="0"/>
                </a:lnTo>
                <a:lnTo>
                  <a:pt x="218384" y="2512"/>
                </a:lnTo>
                <a:lnTo>
                  <a:pt x="258366" y="12788"/>
                </a:lnTo>
                <a:lnTo>
                  <a:pt x="310866" y="65734"/>
                </a:lnTo>
                <a:lnTo>
                  <a:pt x="327833" y="114959"/>
                </a:lnTo>
                <a:lnTo>
                  <a:pt x="341578" y="183722"/>
                </a:lnTo>
                <a:lnTo>
                  <a:pt x="349952" y="249362"/>
                </a:lnTo>
                <a:lnTo>
                  <a:pt x="352914" y="308762"/>
                </a:lnTo>
                <a:lnTo>
                  <a:pt x="350531" y="361765"/>
                </a:lnTo>
                <a:lnTo>
                  <a:pt x="342870" y="408212"/>
                </a:lnTo>
                <a:lnTo>
                  <a:pt x="329999" y="447946"/>
                </a:lnTo>
                <a:lnTo>
                  <a:pt x="288891" y="506643"/>
                </a:lnTo>
                <a:lnTo>
                  <a:pt x="227745" y="536597"/>
                </a:lnTo>
                <a:lnTo>
                  <a:pt x="189825" y="540400"/>
                </a:lnTo>
                <a:close/>
              </a:path>
            </a:pathLst>
          </a:custGeom>
          <a:solidFill>
            <a:srgbClr val="FFDE58">
              <a:alpha val="759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asmaa helmy</dc:creator>
  <cp:keywords>DAHJ1XyPo5o,BAFzx4YI0mg,0</cp:keywords>
  <dc:title> final pre</dc:title>
  <dcterms:created xsi:type="dcterms:W3CDTF">2026-05-19T20:01:22Z</dcterms:created>
  <dcterms:modified xsi:type="dcterms:W3CDTF">2026-05-19T20:01:22Z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2026-05-19T00:00:00Z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2026-05-19T00:00:00Z</vt:filetime>
  </property>
  <property fmtid="{D5CDD505-2E9C-101B-9397-08002B2CF9AE}" pid="6" name="Producer">
    <vt:lpwstr>Canva</vt:lpwstr>
  </property>
</Properties>
</file>